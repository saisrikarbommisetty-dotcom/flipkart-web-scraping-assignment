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slideLayouts/slideLayout33.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6" r:id="rId2"/>
    <p:sldMasterId id="2147483658" r:id="rId3"/>
    <p:sldMasterId id="2147483683" r:id="rId4"/>
  </p:sld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freepik.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4" Type="http://schemas.openxmlformats.org/officeDocument/2006/relationships/hyperlink" Target="https://stories.freepik.com/"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0" y="1850040"/>
            <a:ext cx="4088520" cy="1791720"/>
          </a:xfrm>
          <a:prstGeom prst="rect">
            <a:avLst/>
          </a:prstGeom>
          <a:noFill/>
          <a:ln w="0">
            <a:noFill/>
          </a:ln>
        </p:spPr>
        <p:txBody>
          <a:bodyPr lIns="91440" tIns="91440" rIns="91440" bIns="91440" anchor="b">
            <a:noAutofit/>
          </a:bodyPr>
          <a:lstStyle/>
          <a:p>
            <a:pPr indent="0">
              <a:buNone/>
            </a:pPr>
            <a:r>
              <a:rPr lang="fr-FR" sz="4400" b="0" u="none" strike="noStrike">
                <a:solidFill>
                  <a:schemeClr val="dk1"/>
                </a:solidFill>
                <a:effectLst/>
                <a:uFillTx/>
                <a:latin typeface="Arial"/>
              </a:rPr>
              <a:t>Click to edit the title text format</a:t>
            </a:r>
          </a:p>
        </p:txBody>
      </p:sp>
      <p:cxnSp>
        <p:nvCxnSpPr>
          <p:cNvPr id="36" name="Google Shape;10;p2"/>
          <p:cNvCxnSpPr/>
          <p:nvPr/>
        </p:nvCxnSpPr>
        <p:spPr>
          <a:xfrm flipH="1">
            <a:off x="5826960" y="451080"/>
            <a:ext cx="1672920" cy="126360"/>
          </a:xfrm>
          <a:prstGeom prst="straightConnector1">
            <a:avLst/>
          </a:prstGeom>
          <a:ln w="9525">
            <a:solidFill>
              <a:srgbClr val="3D3D3D"/>
            </a:solidFill>
            <a:round/>
          </a:ln>
        </p:spPr>
      </p:cxnSp>
      <p:cxnSp>
        <p:nvCxnSpPr>
          <p:cNvPr id="2" name="Google Shape;11;p2"/>
          <p:cNvCxnSpPr/>
          <p:nvPr/>
        </p:nvCxnSpPr>
        <p:spPr>
          <a:xfrm flipH="1" flipV="1">
            <a:off x="7512840" y="457560"/>
            <a:ext cx="829800" cy="743760"/>
          </a:xfrm>
          <a:prstGeom prst="straightConnector1">
            <a:avLst/>
          </a:prstGeom>
          <a:ln w="9525">
            <a:solidFill>
              <a:srgbClr val="3D3D3D"/>
            </a:solidFill>
            <a:round/>
          </a:ln>
        </p:spPr>
      </p:cxnSp>
      <p:cxnSp>
        <p:nvCxnSpPr>
          <p:cNvPr id="3" name="Google Shape;12;p2"/>
          <p:cNvCxnSpPr/>
          <p:nvPr/>
        </p:nvCxnSpPr>
        <p:spPr>
          <a:xfrm flipH="1">
            <a:off x="8348760" y="-6480"/>
            <a:ext cx="797040" cy="1188000"/>
          </a:xfrm>
          <a:prstGeom prst="straightConnector1">
            <a:avLst/>
          </a:prstGeom>
          <a:ln w="9525">
            <a:solidFill>
              <a:srgbClr val="3D3D3D"/>
            </a:solidFill>
            <a:round/>
          </a:ln>
        </p:spPr>
      </p:cxnSp>
      <p:grpSp>
        <p:nvGrpSpPr>
          <p:cNvPr id="4" name="Google Shape;13;p2"/>
          <p:cNvGrpSpPr/>
          <p:nvPr/>
        </p:nvGrpSpPr>
        <p:grpSpPr>
          <a:xfrm>
            <a:off x="8064360" y="887760"/>
            <a:ext cx="581400" cy="582120"/>
            <a:chOff x="8064360" y="887760"/>
            <a:chExt cx="581400" cy="582120"/>
          </a:xfrm>
        </p:grpSpPr>
        <p:sp>
          <p:nvSpPr>
            <p:cNvPr id="5" name="Google Shape;14;p2"/>
            <p:cNvSpPr/>
            <p:nvPr/>
          </p:nvSpPr>
          <p:spPr>
            <a:xfrm>
              <a:off x="8068680" y="8928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 name="Google Shape;15;p2"/>
            <p:cNvSpPr/>
            <p:nvPr/>
          </p:nvSpPr>
          <p:spPr>
            <a:xfrm>
              <a:off x="8064360" y="8877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 name="Google Shape;16;p2"/>
            <p:cNvSpPr/>
            <p:nvPr/>
          </p:nvSpPr>
          <p:spPr>
            <a:xfrm>
              <a:off x="8141040" y="96516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 name="Google Shape;17;p2"/>
            <p:cNvSpPr/>
            <p:nvPr/>
          </p:nvSpPr>
          <p:spPr>
            <a:xfrm>
              <a:off x="8136720" y="9604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 name="Google Shape;18;p2"/>
            <p:cNvSpPr/>
            <p:nvPr/>
          </p:nvSpPr>
          <p:spPr>
            <a:xfrm>
              <a:off x="8219880" y="10440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 name="Google Shape;19;p2"/>
            <p:cNvSpPr/>
            <p:nvPr/>
          </p:nvSpPr>
          <p:spPr>
            <a:xfrm>
              <a:off x="8215200" y="10393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 name="Google Shape;20;p2"/>
          <p:cNvGrpSpPr/>
          <p:nvPr/>
        </p:nvGrpSpPr>
        <p:grpSpPr>
          <a:xfrm>
            <a:off x="7353000" y="316440"/>
            <a:ext cx="291600" cy="292320"/>
            <a:chOff x="7353000" y="316440"/>
            <a:chExt cx="291600" cy="292320"/>
          </a:xfrm>
        </p:grpSpPr>
        <p:sp>
          <p:nvSpPr>
            <p:cNvPr id="12" name="Google Shape;21;p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 name="Google Shape;22;p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 name="Google Shape;23;p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24;p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6" name="Google Shape;25;p2"/>
          <p:cNvSpPr/>
          <p:nvPr/>
        </p:nvSpPr>
        <p:spPr>
          <a:xfrm>
            <a:off x="5690520" y="42588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26;p2"/>
          <p:cNvSpPr/>
          <p:nvPr/>
        </p:nvSpPr>
        <p:spPr>
          <a:xfrm>
            <a:off x="5688360" y="42336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 name="Google Shape;27;p2"/>
          <p:cNvSpPr/>
          <p:nvPr/>
        </p:nvSpPr>
        <p:spPr>
          <a:xfrm>
            <a:off x="5727240" y="46224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28;p2"/>
          <p:cNvSpPr/>
          <p:nvPr/>
        </p:nvSpPr>
        <p:spPr>
          <a:xfrm>
            <a:off x="5724720" y="45972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 name="Google Shape;29;p2"/>
          <p:cNvSpPr/>
          <p:nvPr/>
        </p:nvSpPr>
        <p:spPr>
          <a:xfrm>
            <a:off x="5766480" y="50184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30;p2"/>
          <p:cNvSpPr/>
          <p:nvPr/>
        </p:nvSpPr>
        <p:spPr>
          <a:xfrm>
            <a:off x="5764320" y="49968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2" name="Google Shape;31;p2"/>
          <p:cNvGrpSpPr/>
          <p:nvPr/>
        </p:nvGrpSpPr>
        <p:grpSpPr>
          <a:xfrm>
            <a:off x="5443200" y="289440"/>
            <a:ext cx="174960" cy="26640"/>
            <a:chOff x="5443200" y="289440"/>
            <a:chExt cx="174960" cy="26640"/>
          </a:xfrm>
        </p:grpSpPr>
        <p:sp>
          <p:nvSpPr>
            <p:cNvPr id="23" name="Google Shape;32;p2"/>
            <p:cNvSpPr/>
            <p:nvPr/>
          </p:nvSpPr>
          <p:spPr>
            <a:xfrm>
              <a:off x="544320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 name="Google Shape;33;p2"/>
            <p:cNvSpPr/>
            <p:nvPr/>
          </p:nvSpPr>
          <p:spPr>
            <a:xfrm>
              <a:off x="551736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 name="Google Shape;34;p2"/>
            <p:cNvSpPr/>
            <p:nvPr/>
          </p:nvSpPr>
          <p:spPr>
            <a:xfrm>
              <a:off x="5591520" y="289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 name="Google Shape;35;p2"/>
          <p:cNvGrpSpPr/>
          <p:nvPr/>
        </p:nvGrpSpPr>
        <p:grpSpPr>
          <a:xfrm>
            <a:off x="8489880" y="171000"/>
            <a:ext cx="174960" cy="26640"/>
            <a:chOff x="8489880" y="171000"/>
            <a:chExt cx="174960" cy="26640"/>
          </a:xfrm>
        </p:grpSpPr>
        <p:sp>
          <p:nvSpPr>
            <p:cNvPr id="27" name="Google Shape;36;p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 name="Google Shape;37;p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 name="Google Shape;38;p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0" name="Google Shape;39;p2"/>
          <p:cNvGrpSpPr/>
          <p:nvPr/>
        </p:nvGrpSpPr>
        <p:grpSpPr>
          <a:xfrm>
            <a:off x="8068680" y="1581840"/>
            <a:ext cx="174600" cy="26640"/>
            <a:chOff x="8068680" y="1581840"/>
            <a:chExt cx="174600" cy="26640"/>
          </a:xfrm>
        </p:grpSpPr>
        <p:sp>
          <p:nvSpPr>
            <p:cNvPr id="31" name="Google Shape;40;p2"/>
            <p:cNvSpPr/>
            <p:nvPr/>
          </p:nvSpPr>
          <p:spPr>
            <a:xfrm>
              <a:off x="80686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 name="Google Shape;41;p2"/>
            <p:cNvSpPr/>
            <p:nvPr/>
          </p:nvSpPr>
          <p:spPr>
            <a:xfrm>
              <a:off x="81428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 name="Google Shape;42;p2"/>
            <p:cNvSpPr/>
            <p:nvPr/>
          </p:nvSpPr>
          <p:spPr>
            <a:xfrm>
              <a:off x="821664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34"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351" name="PlaceHolder 1"/>
          <p:cNvSpPr>
            <a:spLocks noGrp="1"/>
          </p:cNvSpPr>
          <p:nvPr>
            <p:ph type="title"/>
          </p:nvPr>
        </p:nvSpPr>
        <p:spPr>
          <a:xfrm>
            <a:off x="2105280" y="384120"/>
            <a:ext cx="4937400" cy="1078920"/>
          </a:xfrm>
          <a:prstGeom prst="rect">
            <a:avLst/>
          </a:prstGeom>
          <a:noFill/>
          <a:ln w="0">
            <a:noFill/>
          </a:ln>
        </p:spPr>
        <p:txBody>
          <a:bodyPr lIns="91440" tIns="91440" rIns="91440" bIns="91440" anchor="t">
            <a:noAutofit/>
          </a:bodyPr>
          <a:lstStyle/>
          <a:p>
            <a:pPr indent="0">
              <a:buNone/>
            </a:pPr>
            <a:r>
              <a:rPr lang="fr-FR" sz="4800" b="0" u="none" strike="noStrike">
                <a:solidFill>
                  <a:schemeClr val="dk1"/>
                </a:solidFill>
                <a:effectLst/>
                <a:uFillTx/>
                <a:latin typeface="Arial"/>
              </a:rPr>
              <a:t>Click to edit the title text format</a:t>
            </a:r>
          </a:p>
        </p:txBody>
      </p:sp>
      <p:sp>
        <p:nvSpPr>
          <p:cNvPr id="352" name="Google Shape;914;p19"/>
          <p:cNvSpPr/>
          <p:nvPr/>
        </p:nvSpPr>
        <p:spPr>
          <a:xfrm>
            <a:off x="2097360" y="3664080"/>
            <a:ext cx="4945320" cy="762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100" b="0" u="none" strike="noStrike">
                <a:solidFill>
                  <a:schemeClr val="accent1"/>
                </a:solidFill>
                <a:effectLst/>
                <a:uFillTx/>
                <a:latin typeface="Barlow Semi Condensed Medium"/>
                <a:ea typeface="Barlow Semi Condensed Medium"/>
              </a:rPr>
              <a:t>CREDITS:</a:t>
            </a:r>
            <a:r>
              <a:rPr lang="en" sz="1100" b="0" u="none" strike="noStrike">
                <a:solidFill>
                  <a:schemeClr val="dk2"/>
                </a:solidFill>
                <a:effectLst/>
                <a:uFillTx/>
                <a:latin typeface="Barlow Semi Condensed"/>
                <a:ea typeface="Barlow Semi Condensed"/>
              </a:rPr>
              <a:t> This presentation template was created by </a:t>
            </a:r>
            <a:r>
              <a:rPr lang="en" sz="1100" b="0" u="sng" strike="noStrike">
                <a:solidFill>
                  <a:schemeClr val="accent1"/>
                </a:solidFill>
                <a:effectLst/>
                <a:uFillTx/>
                <a:latin typeface="Barlow Semi Condensed Medium"/>
                <a:ea typeface="Barlow Semi Condensed Medium"/>
                <a:hlinkClick r:id="rId2"/>
              </a:rPr>
              <a:t>Slidesgo</a:t>
            </a:r>
            <a:r>
              <a:rPr lang="en" sz="1100" b="0" u="none" strike="noStrike">
                <a:solidFill>
                  <a:schemeClr val="dk2"/>
                </a:solidFill>
                <a:effectLst/>
                <a:uFillTx/>
                <a:latin typeface="Barlow Semi Condensed"/>
                <a:ea typeface="Barlow Semi Condensed"/>
              </a:rPr>
              <a:t>, including icons, infographics &amp; images by </a:t>
            </a:r>
            <a:r>
              <a:rPr lang="en" sz="1100" b="0" u="sng" strike="noStrike">
                <a:solidFill>
                  <a:schemeClr val="accent1"/>
                </a:solidFill>
                <a:effectLst/>
                <a:uFillTx/>
                <a:latin typeface="Barlow Semi Condensed Medium"/>
                <a:ea typeface="Barlow Semi Condensed Medium"/>
                <a:hlinkClick r:id="rId3"/>
              </a:rPr>
              <a:t>Freepik</a:t>
            </a:r>
            <a:r>
              <a:rPr lang="en" sz="1100" b="0" u="none" strike="noStrike">
                <a:solidFill>
                  <a:schemeClr val="dk2"/>
                </a:solidFill>
                <a:effectLst/>
                <a:uFillTx/>
                <a:latin typeface="Barlow Semi Condensed"/>
                <a:ea typeface="Barlow Semi Condensed"/>
              </a:rPr>
              <a:t> and illustrations by </a:t>
            </a:r>
            <a:r>
              <a:rPr lang="en" sz="1100" b="0" u="sng" strike="noStrike">
                <a:solidFill>
                  <a:schemeClr val="accent1"/>
                </a:solidFill>
                <a:effectLst/>
                <a:uFillTx/>
                <a:latin typeface="Barlow Semi Condensed Medium"/>
                <a:ea typeface="Barlow Semi Condensed Medium"/>
                <a:hlinkClick r:id="rId4"/>
              </a:rPr>
              <a:t>Stories</a:t>
            </a:r>
            <a:endParaRPr lang="en-US" sz="1100" b="0" u="none" strike="noStrike">
              <a:solidFill>
                <a:srgbClr val="000000"/>
              </a:solidFill>
              <a:effectLst/>
              <a:uFillTx/>
              <a:latin typeface="OpenSymbol"/>
            </a:endParaRPr>
          </a:p>
          <a:p>
            <a:pPr algn="ctr" defTabSz="914400">
              <a:lnSpc>
                <a:spcPct val="100000"/>
              </a:lnSpc>
              <a:tabLst>
                <a:tab pos="0" algn="l"/>
              </a:tabLst>
            </a:pPr>
            <a:endParaRPr lang="en-US" sz="1800" b="0" u="none" strike="noStrike">
              <a:solidFill>
                <a:srgbClr val="000000"/>
              </a:solidFill>
              <a:effectLst/>
              <a:uFillTx/>
              <a:latin typeface="OpenSymbol"/>
            </a:endParaRPr>
          </a:p>
        </p:txBody>
      </p:sp>
      <p:cxnSp>
        <p:nvCxnSpPr>
          <p:cNvPr id="353" name="Google Shape;915;p19"/>
          <p:cNvCxnSpPr/>
          <p:nvPr/>
        </p:nvCxnSpPr>
        <p:spPr>
          <a:xfrm flipH="1">
            <a:off x="7682760" y="2910960"/>
            <a:ext cx="306720" cy="1133640"/>
          </a:xfrm>
          <a:prstGeom prst="straightConnector1">
            <a:avLst/>
          </a:prstGeom>
          <a:ln w="9525">
            <a:solidFill>
              <a:srgbClr val="494949"/>
            </a:solidFill>
            <a:round/>
          </a:ln>
        </p:spPr>
      </p:cxnSp>
      <p:cxnSp>
        <p:nvCxnSpPr>
          <p:cNvPr id="354" name="Google Shape;916;p19"/>
          <p:cNvCxnSpPr/>
          <p:nvPr/>
        </p:nvCxnSpPr>
        <p:spPr>
          <a:xfrm>
            <a:off x="7694640" y="1568880"/>
            <a:ext cx="315720" cy="1342440"/>
          </a:xfrm>
          <a:prstGeom prst="straightConnector1">
            <a:avLst/>
          </a:prstGeom>
          <a:ln w="9525">
            <a:solidFill>
              <a:srgbClr val="494949"/>
            </a:solidFill>
            <a:round/>
          </a:ln>
        </p:spPr>
      </p:cxnSp>
      <p:cxnSp>
        <p:nvCxnSpPr>
          <p:cNvPr id="355" name="Google Shape;917;p19"/>
          <p:cNvCxnSpPr/>
          <p:nvPr/>
        </p:nvCxnSpPr>
        <p:spPr>
          <a:xfrm flipH="1">
            <a:off x="7702200" y="266400"/>
            <a:ext cx="392400" cy="1332360"/>
          </a:xfrm>
          <a:prstGeom prst="straightConnector1">
            <a:avLst/>
          </a:prstGeom>
          <a:ln w="9525">
            <a:solidFill>
              <a:srgbClr val="494949"/>
            </a:solidFill>
            <a:round/>
          </a:ln>
        </p:spPr>
      </p:cxnSp>
      <p:cxnSp>
        <p:nvCxnSpPr>
          <p:cNvPr id="356" name="Google Shape;918;p19"/>
          <p:cNvCxnSpPr/>
          <p:nvPr/>
        </p:nvCxnSpPr>
        <p:spPr>
          <a:xfrm flipH="1">
            <a:off x="8101800" y="0"/>
            <a:ext cx="407160" cy="273960"/>
          </a:xfrm>
          <a:prstGeom prst="straightConnector1">
            <a:avLst/>
          </a:prstGeom>
          <a:ln w="9525">
            <a:solidFill>
              <a:srgbClr val="494949"/>
            </a:solidFill>
            <a:round/>
          </a:ln>
        </p:spPr>
      </p:cxnSp>
      <p:grpSp>
        <p:nvGrpSpPr>
          <p:cNvPr id="357" name="Google Shape;919;p19"/>
          <p:cNvGrpSpPr/>
          <p:nvPr/>
        </p:nvGrpSpPr>
        <p:grpSpPr>
          <a:xfrm>
            <a:off x="7407360" y="1284840"/>
            <a:ext cx="582120" cy="581400"/>
            <a:chOff x="7407360" y="1284840"/>
            <a:chExt cx="582120" cy="581400"/>
          </a:xfrm>
        </p:grpSpPr>
        <p:sp>
          <p:nvSpPr>
            <p:cNvPr id="358" name="Google Shape;920;p19"/>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9" name="Google Shape;921;p19"/>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0" name="Google Shape;922;p19"/>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1" name="Google Shape;923;p19"/>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2" name="Google Shape;924;p19"/>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3" name="Google Shape;925;p19"/>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64" name="Google Shape;926;p19"/>
          <p:cNvGrpSpPr/>
          <p:nvPr/>
        </p:nvGrpSpPr>
        <p:grpSpPr>
          <a:xfrm>
            <a:off x="7869600" y="2754360"/>
            <a:ext cx="292320" cy="291600"/>
            <a:chOff x="7869600" y="2754360"/>
            <a:chExt cx="292320" cy="291600"/>
          </a:xfrm>
        </p:grpSpPr>
        <p:sp>
          <p:nvSpPr>
            <p:cNvPr id="365" name="Google Shape;927;p19"/>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6" name="Google Shape;928;p19"/>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67" name="Google Shape;929;p19"/>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8" name="Google Shape;930;p19"/>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69" name="Google Shape;931;p19"/>
          <p:cNvGrpSpPr/>
          <p:nvPr/>
        </p:nvGrpSpPr>
        <p:grpSpPr>
          <a:xfrm>
            <a:off x="8012880" y="177840"/>
            <a:ext cx="174600" cy="174600"/>
            <a:chOff x="8012880" y="177840"/>
            <a:chExt cx="174600" cy="174600"/>
          </a:xfrm>
        </p:grpSpPr>
        <p:sp>
          <p:nvSpPr>
            <p:cNvPr id="370" name="Google Shape;932;p19"/>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1" name="Google Shape;933;p19"/>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2" name="Google Shape;934;p19"/>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3" name="Google Shape;935;p19"/>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74" name="Google Shape;936;p19"/>
          <p:cNvGrpSpPr/>
          <p:nvPr/>
        </p:nvGrpSpPr>
        <p:grpSpPr>
          <a:xfrm>
            <a:off x="7551720" y="3880440"/>
            <a:ext cx="293040" cy="292680"/>
            <a:chOff x="7551720" y="3880440"/>
            <a:chExt cx="293040" cy="292680"/>
          </a:xfrm>
        </p:grpSpPr>
        <p:sp>
          <p:nvSpPr>
            <p:cNvPr id="375" name="Google Shape;937;p19"/>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6" name="Google Shape;938;p19"/>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7" name="Google Shape;939;p19"/>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8" name="Google Shape;940;p19"/>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79" name="Google Shape;941;p19"/>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0" name="Google Shape;942;p19"/>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81" name="Google Shape;943;p19"/>
          <p:cNvGrpSpPr/>
          <p:nvPr/>
        </p:nvGrpSpPr>
        <p:grpSpPr>
          <a:xfrm>
            <a:off x="8333280" y="249120"/>
            <a:ext cx="26640" cy="174600"/>
            <a:chOff x="8333280" y="249120"/>
            <a:chExt cx="26640" cy="174600"/>
          </a:xfrm>
        </p:grpSpPr>
        <p:sp>
          <p:nvSpPr>
            <p:cNvPr id="382" name="Google Shape;944;p19"/>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3" name="Google Shape;945;p19"/>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84" name="Google Shape;946;p19"/>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85" name="Google Shape;947;p19"/>
          <p:cNvCxnSpPr/>
          <p:nvPr/>
        </p:nvCxnSpPr>
        <p:spPr>
          <a:xfrm flipH="1" flipV="1">
            <a:off x="1513800" y="1824840"/>
            <a:ext cx="126360" cy="1672920"/>
          </a:xfrm>
          <a:prstGeom prst="straightConnector1">
            <a:avLst/>
          </a:prstGeom>
          <a:ln w="9525">
            <a:solidFill>
              <a:srgbClr val="494949"/>
            </a:solidFill>
            <a:round/>
          </a:ln>
        </p:spPr>
      </p:cxnSp>
      <p:cxnSp>
        <p:nvCxnSpPr>
          <p:cNvPr id="386" name="Google Shape;948;p19"/>
          <p:cNvCxnSpPr/>
          <p:nvPr/>
        </p:nvCxnSpPr>
        <p:spPr>
          <a:xfrm flipV="1">
            <a:off x="889920" y="3510720"/>
            <a:ext cx="743760" cy="829800"/>
          </a:xfrm>
          <a:prstGeom prst="straightConnector1">
            <a:avLst/>
          </a:prstGeom>
          <a:ln w="9525">
            <a:solidFill>
              <a:srgbClr val="494949"/>
            </a:solidFill>
            <a:round/>
          </a:ln>
        </p:spPr>
      </p:cxnSp>
      <p:cxnSp>
        <p:nvCxnSpPr>
          <p:cNvPr id="387" name="Google Shape;949;p19"/>
          <p:cNvCxnSpPr/>
          <p:nvPr/>
        </p:nvCxnSpPr>
        <p:spPr>
          <a:xfrm flipH="1" flipV="1">
            <a:off x="909720" y="4347000"/>
            <a:ext cx="1188360" cy="796680"/>
          </a:xfrm>
          <a:prstGeom prst="straightConnector1">
            <a:avLst/>
          </a:prstGeom>
          <a:ln w="9525">
            <a:solidFill>
              <a:srgbClr val="494949"/>
            </a:solidFill>
            <a:round/>
          </a:ln>
        </p:spPr>
      </p:cxnSp>
      <p:grpSp>
        <p:nvGrpSpPr>
          <p:cNvPr id="388" name="Google Shape;950;p19"/>
          <p:cNvGrpSpPr/>
          <p:nvPr/>
        </p:nvGrpSpPr>
        <p:grpSpPr>
          <a:xfrm>
            <a:off x="621360" y="4062240"/>
            <a:ext cx="582120" cy="581400"/>
            <a:chOff x="621360" y="4062240"/>
            <a:chExt cx="582120" cy="581400"/>
          </a:xfrm>
        </p:grpSpPr>
        <p:sp>
          <p:nvSpPr>
            <p:cNvPr id="389" name="Google Shape;951;p19"/>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0" name="Google Shape;952;p19"/>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1" name="Google Shape;953;p19"/>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2" name="Google Shape;954;p19"/>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3" name="Google Shape;955;p19"/>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4" name="Google Shape;956;p19"/>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95" name="Google Shape;957;p19"/>
          <p:cNvGrpSpPr/>
          <p:nvPr/>
        </p:nvGrpSpPr>
        <p:grpSpPr>
          <a:xfrm>
            <a:off x="1482840" y="3351240"/>
            <a:ext cx="292320" cy="291600"/>
            <a:chOff x="1482840" y="3351240"/>
            <a:chExt cx="292320" cy="291600"/>
          </a:xfrm>
        </p:grpSpPr>
        <p:sp>
          <p:nvSpPr>
            <p:cNvPr id="396" name="Google Shape;958;p19"/>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7" name="Google Shape;959;p19"/>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98" name="Google Shape;960;p19"/>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9" name="Google Shape;961;p19"/>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00" name="Google Shape;962;p19"/>
          <p:cNvGrpSpPr/>
          <p:nvPr/>
        </p:nvGrpSpPr>
        <p:grpSpPr>
          <a:xfrm>
            <a:off x="1595520" y="4790160"/>
            <a:ext cx="174600" cy="174600"/>
            <a:chOff x="1595520" y="4790160"/>
            <a:chExt cx="174600" cy="174600"/>
          </a:xfrm>
        </p:grpSpPr>
        <p:sp>
          <p:nvSpPr>
            <p:cNvPr id="401" name="Google Shape;963;p19"/>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2" name="Google Shape;964;p19"/>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3" name="Google Shape;965;p19"/>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4" name="Google Shape;966;p19"/>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05" name="Google Shape;967;p19"/>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6" name="Google Shape;968;p19"/>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7" name="Google Shape;969;p19"/>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8" name="Google Shape;970;p19"/>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09" name="Google Shape;971;p19"/>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0" name="Google Shape;972;p19"/>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11" name="Google Shape;973;p19"/>
          <p:cNvGrpSpPr/>
          <p:nvPr/>
        </p:nvGrpSpPr>
        <p:grpSpPr>
          <a:xfrm>
            <a:off x="1775520" y="1441440"/>
            <a:ext cx="26640" cy="174600"/>
            <a:chOff x="1775520" y="1441440"/>
            <a:chExt cx="26640" cy="174600"/>
          </a:xfrm>
        </p:grpSpPr>
        <p:sp>
          <p:nvSpPr>
            <p:cNvPr id="412" name="Google Shape;974;p19"/>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3" name="Google Shape;975;p19"/>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4" name="Google Shape;976;p19"/>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5" name="Google Shape;977;p19"/>
          <p:cNvGrpSpPr/>
          <p:nvPr/>
        </p:nvGrpSpPr>
        <p:grpSpPr>
          <a:xfrm>
            <a:off x="1893960" y="4488120"/>
            <a:ext cx="26640" cy="174600"/>
            <a:chOff x="1893960" y="4488120"/>
            <a:chExt cx="26640" cy="174600"/>
          </a:xfrm>
        </p:grpSpPr>
        <p:sp>
          <p:nvSpPr>
            <p:cNvPr id="416" name="Google Shape;978;p19"/>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7" name="Google Shape;979;p19"/>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18" name="Google Shape;980;p19"/>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19" name="Google Shape;981;p19"/>
          <p:cNvGrpSpPr/>
          <p:nvPr/>
        </p:nvGrpSpPr>
        <p:grpSpPr>
          <a:xfrm>
            <a:off x="483120" y="4066920"/>
            <a:ext cx="26640" cy="174600"/>
            <a:chOff x="483120" y="4066920"/>
            <a:chExt cx="26640" cy="174600"/>
          </a:xfrm>
        </p:grpSpPr>
        <p:sp>
          <p:nvSpPr>
            <p:cNvPr id="420" name="Google Shape;982;p19"/>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1" name="Google Shape;983;p19"/>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22" name="Google Shape;984;p19"/>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2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sp>
        <p:nvSpPr>
          <p:cNvPr id="424" name="PlaceHolder 1"/>
          <p:cNvSpPr>
            <a:spLocks noGrp="1"/>
          </p:cNvSpPr>
          <p:nvPr>
            <p:ph type="title"/>
          </p:nvPr>
        </p:nvSpPr>
        <p:spPr>
          <a:xfrm>
            <a:off x="2825640" y="70416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sp>
        <p:nvSpPr>
          <p:cNvPr id="425" name="PlaceHolder 2"/>
          <p:cNvSpPr>
            <a:spLocks noGrp="1"/>
          </p:cNvSpPr>
          <p:nvPr>
            <p:ph type="title"/>
          </p:nvPr>
        </p:nvSpPr>
        <p:spPr>
          <a:xfrm>
            <a:off x="2825640" y="218556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sp>
        <p:nvSpPr>
          <p:cNvPr id="426" name="PlaceHolder 3"/>
          <p:cNvSpPr>
            <a:spLocks noGrp="1"/>
          </p:cNvSpPr>
          <p:nvPr>
            <p:ph type="title"/>
          </p:nvPr>
        </p:nvSpPr>
        <p:spPr>
          <a:xfrm>
            <a:off x="2825640" y="3648600"/>
            <a:ext cx="3483720" cy="566640"/>
          </a:xfrm>
          <a:prstGeom prst="rect">
            <a:avLst/>
          </a:prstGeom>
          <a:noFill/>
          <a:ln w="0">
            <a:noFill/>
          </a:ln>
        </p:spPr>
        <p:txBody>
          <a:bodyPr lIns="91440" tIns="91440" rIns="91440" bIns="91440" anchor="b">
            <a:noAutofit/>
          </a:bodyPr>
          <a:lstStyle/>
          <a:p>
            <a:pPr indent="0" algn="ctr">
              <a:lnSpc>
                <a:spcPct val="100000"/>
              </a:lnSpc>
              <a:buNone/>
            </a:pPr>
            <a:r>
              <a:rPr lang="fr-FR" sz="3600" b="0" u="none" strike="noStrike">
                <a:solidFill>
                  <a:schemeClr val="dk2"/>
                </a:solidFill>
                <a:effectLst/>
                <a:uFillTx/>
                <a:latin typeface="Fjalla One"/>
                <a:ea typeface="Fjalla One"/>
              </a:rPr>
              <a:t>xx%</a:t>
            </a:r>
            <a:endParaRPr lang="fr-FR" sz="3600" b="0" u="none" strike="noStrike">
              <a:solidFill>
                <a:schemeClr val="dk1"/>
              </a:solidFill>
              <a:effectLst/>
              <a:uFillTx/>
              <a:latin typeface="Arial"/>
            </a:endParaRPr>
          </a:p>
        </p:txBody>
      </p:sp>
      <p:cxnSp>
        <p:nvCxnSpPr>
          <p:cNvPr id="427" name="Google Shape;992;p20"/>
          <p:cNvCxnSpPr/>
          <p:nvPr/>
        </p:nvCxnSpPr>
        <p:spPr>
          <a:xfrm flipH="1">
            <a:off x="7682760" y="2910960"/>
            <a:ext cx="306720" cy="1133640"/>
          </a:xfrm>
          <a:prstGeom prst="straightConnector1">
            <a:avLst/>
          </a:prstGeom>
          <a:ln w="9525">
            <a:solidFill>
              <a:srgbClr val="494949"/>
            </a:solidFill>
            <a:round/>
          </a:ln>
        </p:spPr>
      </p:cxnSp>
      <p:cxnSp>
        <p:nvCxnSpPr>
          <p:cNvPr id="428" name="Google Shape;993;p20"/>
          <p:cNvCxnSpPr/>
          <p:nvPr/>
        </p:nvCxnSpPr>
        <p:spPr>
          <a:xfrm>
            <a:off x="7694640" y="1568880"/>
            <a:ext cx="315720" cy="1342440"/>
          </a:xfrm>
          <a:prstGeom prst="straightConnector1">
            <a:avLst/>
          </a:prstGeom>
          <a:ln w="9525">
            <a:solidFill>
              <a:srgbClr val="494949"/>
            </a:solidFill>
            <a:round/>
          </a:ln>
        </p:spPr>
      </p:cxnSp>
      <p:cxnSp>
        <p:nvCxnSpPr>
          <p:cNvPr id="429" name="Google Shape;994;p20"/>
          <p:cNvCxnSpPr/>
          <p:nvPr/>
        </p:nvCxnSpPr>
        <p:spPr>
          <a:xfrm flipH="1">
            <a:off x="7702200" y="266400"/>
            <a:ext cx="392400" cy="1332360"/>
          </a:xfrm>
          <a:prstGeom prst="straightConnector1">
            <a:avLst/>
          </a:prstGeom>
          <a:ln w="9525">
            <a:solidFill>
              <a:srgbClr val="494949"/>
            </a:solidFill>
            <a:round/>
          </a:ln>
        </p:spPr>
      </p:cxnSp>
      <p:cxnSp>
        <p:nvCxnSpPr>
          <p:cNvPr id="430" name="Google Shape;995;p20"/>
          <p:cNvCxnSpPr/>
          <p:nvPr/>
        </p:nvCxnSpPr>
        <p:spPr>
          <a:xfrm flipH="1">
            <a:off x="8101800" y="0"/>
            <a:ext cx="407160" cy="273960"/>
          </a:xfrm>
          <a:prstGeom prst="straightConnector1">
            <a:avLst/>
          </a:prstGeom>
          <a:ln w="9525">
            <a:solidFill>
              <a:srgbClr val="494949"/>
            </a:solidFill>
            <a:round/>
          </a:ln>
        </p:spPr>
      </p:cxnSp>
      <p:grpSp>
        <p:nvGrpSpPr>
          <p:cNvPr id="431" name="Google Shape;996;p20"/>
          <p:cNvGrpSpPr/>
          <p:nvPr/>
        </p:nvGrpSpPr>
        <p:grpSpPr>
          <a:xfrm>
            <a:off x="7407360" y="1284840"/>
            <a:ext cx="582120" cy="581400"/>
            <a:chOff x="7407360" y="1284840"/>
            <a:chExt cx="582120" cy="581400"/>
          </a:xfrm>
        </p:grpSpPr>
        <p:sp>
          <p:nvSpPr>
            <p:cNvPr id="432" name="Google Shape;997;p20"/>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3" name="Google Shape;998;p20"/>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4" name="Google Shape;999;p20"/>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5" name="Google Shape;1000;p20"/>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36" name="Google Shape;1001;p20"/>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37" name="Google Shape;1002;p20"/>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38" name="Google Shape;1003;p20"/>
          <p:cNvGrpSpPr/>
          <p:nvPr/>
        </p:nvGrpSpPr>
        <p:grpSpPr>
          <a:xfrm>
            <a:off x="7869600" y="2754360"/>
            <a:ext cx="292320" cy="291600"/>
            <a:chOff x="7869600" y="2754360"/>
            <a:chExt cx="292320" cy="291600"/>
          </a:xfrm>
        </p:grpSpPr>
        <p:sp>
          <p:nvSpPr>
            <p:cNvPr id="439" name="Google Shape;1004;p20"/>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0" name="Google Shape;1005;p20"/>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1" name="Google Shape;1006;p20"/>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2" name="Google Shape;1007;p20"/>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3" name="Google Shape;1008;p20"/>
          <p:cNvGrpSpPr/>
          <p:nvPr/>
        </p:nvGrpSpPr>
        <p:grpSpPr>
          <a:xfrm>
            <a:off x="8012880" y="177840"/>
            <a:ext cx="174600" cy="174600"/>
            <a:chOff x="8012880" y="177840"/>
            <a:chExt cx="174600" cy="174600"/>
          </a:xfrm>
        </p:grpSpPr>
        <p:sp>
          <p:nvSpPr>
            <p:cNvPr id="444" name="Google Shape;1009;p20"/>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5" name="Google Shape;1010;p20"/>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46" name="Google Shape;1011;p20"/>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47" name="Google Shape;1012;p20"/>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48" name="Google Shape;1013;p20"/>
          <p:cNvGrpSpPr/>
          <p:nvPr/>
        </p:nvGrpSpPr>
        <p:grpSpPr>
          <a:xfrm>
            <a:off x="7551720" y="3880440"/>
            <a:ext cx="293040" cy="292680"/>
            <a:chOff x="7551720" y="3880440"/>
            <a:chExt cx="293040" cy="292680"/>
          </a:xfrm>
        </p:grpSpPr>
        <p:sp>
          <p:nvSpPr>
            <p:cNvPr id="449" name="Google Shape;1014;p20"/>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0" name="Google Shape;1015;p20"/>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1" name="Google Shape;1016;p20"/>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2" name="Google Shape;1017;p20"/>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3" name="Google Shape;1018;p20"/>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4" name="Google Shape;1019;p20"/>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55" name="Google Shape;1020;p20"/>
          <p:cNvGrpSpPr/>
          <p:nvPr/>
        </p:nvGrpSpPr>
        <p:grpSpPr>
          <a:xfrm>
            <a:off x="8333280" y="249120"/>
            <a:ext cx="26640" cy="174600"/>
            <a:chOff x="8333280" y="249120"/>
            <a:chExt cx="26640" cy="174600"/>
          </a:xfrm>
        </p:grpSpPr>
        <p:sp>
          <p:nvSpPr>
            <p:cNvPr id="456" name="Google Shape;1021;p20"/>
            <p:cNvSpPr/>
            <p:nvPr/>
          </p:nvSpPr>
          <p:spPr>
            <a:xfrm rot="16200000" flipV="1">
              <a:off x="8333280" y="397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7" name="Google Shape;1022;p20"/>
            <p:cNvSpPr/>
            <p:nvPr/>
          </p:nvSpPr>
          <p:spPr>
            <a:xfrm rot="16200000" flipV="1">
              <a:off x="8333280" y="3232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58" name="Google Shape;1023;p20"/>
            <p:cNvSpPr/>
            <p:nvPr/>
          </p:nvSpPr>
          <p:spPr>
            <a:xfrm rot="16200000" flipV="1">
              <a:off x="8333280" y="249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459" name="Google Shape;1024;p20"/>
          <p:cNvCxnSpPr/>
          <p:nvPr/>
        </p:nvCxnSpPr>
        <p:spPr>
          <a:xfrm flipH="1" flipV="1">
            <a:off x="1513800" y="1824840"/>
            <a:ext cx="126360" cy="1672920"/>
          </a:xfrm>
          <a:prstGeom prst="straightConnector1">
            <a:avLst/>
          </a:prstGeom>
          <a:ln w="9525">
            <a:solidFill>
              <a:srgbClr val="494949"/>
            </a:solidFill>
            <a:round/>
          </a:ln>
        </p:spPr>
      </p:cxnSp>
      <p:cxnSp>
        <p:nvCxnSpPr>
          <p:cNvPr id="460" name="Google Shape;1025;p20"/>
          <p:cNvCxnSpPr/>
          <p:nvPr/>
        </p:nvCxnSpPr>
        <p:spPr>
          <a:xfrm flipV="1">
            <a:off x="889920" y="3510720"/>
            <a:ext cx="743760" cy="829800"/>
          </a:xfrm>
          <a:prstGeom prst="straightConnector1">
            <a:avLst/>
          </a:prstGeom>
          <a:ln w="9525">
            <a:solidFill>
              <a:srgbClr val="494949"/>
            </a:solidFill>
            <a:round/>
          </a:ln>
        </p:spPr>
      </p:cxnSp>
      <p:cxnSp>
        <p:nvCxnSpPr>
          <p:cNvPr id="461" name="Google Shape;1026;p20"/>
          <p:cNvCxnSpPr/>
          <p:nvPr/>
        </p:nvCxnSpPr>
        <p:spPr>
          <a:xfrm flipH="1" flipV="1">
            <a:off x="909720" y="4347000"/>
            <a:ext cx="1188360" cy="796680"/>
          </a:xfrm>
          <a:prstGeom prst="straightConnector1">
            <a:avLst/>
          </a:prstGeom>
          <a:ln w="9525">
            <a:solidFill>
              <a:srgbClr val="494949"/>
            </a:solidFill>
            <a:round/>
          </a:ln>
        </p:spPr>
      </p:cxnSp>
      <p:grpSp>
        <p:nvGrpSpPr>
          <p:cNvPr id="462" name="Google Shape;1027;p20"/>
          <p:cNvGrpSpPr/>
          <p:nvPr/>
        </p:nvGrpSpPr>
        <p:grpSpPr>
          <a:xfrm>
            <a:off x="621360" y="4062240"/>
            <a:ext cx="582120" cy="581400"/>
            <a:chOff x="621360" y="4062240"/>
            <a:chExt cx="582120" cy="581400"/>
          </a:xfrm>
        </p:grpSpPr>
        <p:sp>
          <p:nvSpPr>
            <p:cNvPr id="463" name="Google Shape;1028;p20"/>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4" name="Google Shape;1029;p20"/>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5" name="Google Shape;1030;p20"/>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6" name="Google Shape;1031;p20"/>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7" name="Google Shape;1032;p20"/>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68" name="Google Shape;1033;p20"/>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69" name="Google Shape;1034;p20"/>
          <p:cNvGrpSpPr/>
          <p:nvPr/>
        </p:nvGrpSpPr>
        <p:grpSpPr>
          <a:xfrm>
            <a:off x="1482840" y="3351240"/>
            <a:ext cx="292320" cy="291600"/>
            <a:chOff x="1482840" y="3351240"/>
            <a:chExt cx="292320" cy="291600"/>
          </a:xfrm>
        </p:grpSpPr>
        <p:sp>
          <p:nvSpPr>
            <p:cNvPr id="470" name="Google Shape;1035;p20"/>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1" name="Google Shape;1036;p20"/>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2" name="Google Shape;1037;p20"/>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3" name="Google Shape;1038;p20"/>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74" name="Google Shape;1039;p20"/>
          <p:cNvGrpSpPr/>
          <p:nvPr/>
        </p:nvGrpSpPr>
        <p:grpSpPr>
          <a:xfrm>
            <a:off x="1595520" y="4790160"/>
            <a:ext cx="174600" cy="174600"/>
            <a:chOff x="1595520" y="4790160"/>
            <a:chExt cx="174600" cy="174600"/>
          </a:xfrm>
        </p:grpSpPr>
        <p:sp>
          <p:nvSpPr>
            <p:cNvPr id="475" name="Google Shape;1040;p20"/>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6" name="Google Shape;1041;p20"/>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77" name="Google Shape;1042;p20"/>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8" name="Google Shape;1043;p20"/>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479" name="Google Shape;1044;p20"/>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0" name="Google Shape;1045;p20"/>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1" name="Google Shape;1046;p20"/>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2" name="Google Shape;1047;p20"/>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3" name="Google Shape;1048;p20"/>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84" name="Google Shape;1049;p20"/>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485" name="Google Shape;1050;p20"/>
          <p:cNvGrpSpPr/>
          <p:nvPr/>
        </p:nvGrpSpPr>
        <p:grpSpPr>
          <a:xfrm>
            <a:off x="1775520" y="1441440"/>
            <a:ext cx="26640" cy="174600"/>
            <a:chOff x="1775520" y="1441440"/>
            <a:chExt cx="26640" cy="174600"/>
          </a:xfrm>
        </p:grpSpPr>
        <p:sp>
          <p:nvSpPr>
            <p:cNvPr id="486" name="Google Shape;1051;p20"/>
            <p:cNvSpPr/>
            <p:nvPr/>
          </p:nvSpPr>
          <p:spPr>
            <a:xfrm rot="5400000">
              <a:off x="1775520" y="14414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7" name="Google Shape;1052;p20"/>
            <p:cNvSpPr/>
            <p:nvPr/>
          </p:nvSpPr>
          <p:spPr>
            <a:xfrm rot="5400000">
              <a:off x="1775520" y="15152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8" name="Google Shape;1053;p20"/>
            <p:cNvSpPr/>
            <p:nvPr/>
          </p:nvSpPr>
          <p:spPr>
            <a:xfrm rot="5400000">
              <a:off x="1775520" y="15894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89" name="Google Shape;1054;p20"/>
          <p:cNvGrpSpPr/>
          <p:nvPr/>
        </p:nvGrpSpPr>
        <p:grpSpPr>
          <a:xfrm>
            <a:off x="1893960" y="4488120"/>
            <a:ext cx="26640" cy="174600"/>
            <a:chOff x="1893960" y="4488120"/>
            <a:chExt cx="26640" cy="174600"/>
          </a:xfrm>
        </p:grpSpPr>
        <p:sp>
          <p:nvSpPr>
            <p:cNvPr id="490" name="Google Shape;1055;p20"/>
            <p:cNvSpPr/>
            <p:nvPr/>
          </p:nvSpPr>
          <p:spPr>
            <a:xfrm rot="5400000">
              <a:off x="1893960" y="44881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1" name="Google Shape;1056;p20"/>
            <p:cNvSpPr/>
            <p:nvPr/>
          </p:nvSpPr>
          <p:spPr>
            <a:xfrm rot="5400000">
              <a:off x="1893960" y="45619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2" name="Google Shape;1057;p20"/>
            <p:cNvSpPr/>
            <p:nvPr/>
          </p:nvSpPr>
          <p:spPr>
            <a:xfrm rot="5400000">
              <a:off x="1893960" y="4636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493" name="Google Shape;1058;p20"/>
          <p:cNvGrpSpPr/>
          <p:nvPr/>
        </p:nvGrpSpPr>
        <p:grpSpPr>
          <a:xfrm>
            <a:off x="483120" y="4066920"/>
            <a:ext cx="26640" cy="174600"/>
            <a:chOff x="483120" y="4066920"/>
            <a:chExt cx="26640" cy="174600"/>
          </a:xfrm>
        </p:grpSpPr>
        <p:sp>
          <p:nvSpPr>
            <p:cNvPr id="494" name="Google Shape;1059;p20"/>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5" name="Google Shape;1060;p20"/>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96" name="Google Shape;1061;p20"/>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_14">
    <p:bg>
      <p:bgPr>
        <a:solidFill>
          <a:schemeClr val="lt1"/>
        </a:solidFill>
        <a:effectLst/>
      </p:bgPr>
    </p:bg>
    <p:spTree>
      <p:nvGrpSpPr>
        <p:cNvPr id="1" name=""/>
        <p:cNvGrpSpPr/>
        <p:nvPr/>
      </p:nvGrpSpPr>
      <p:grpSpPr>
        <a:xfrm>
          <a:off x="0" y="0"/>
          <a:ext cx="0" cy="0"/>
          <a:chOff x="0" y="0"/>
          <a:chExt cx="0" cy="0"/>
        </a:xfrm>
      </p:grpSpPr>
      <p:cxnSp>
        <p:nvCxnSpPr>
          <p:cNvPr id="583" name="Google Shape;1091;p22"/>
          <p:cNvCxnSpPr/>
          <p:nvPr/>
        </p:nvCxnSpPr>
        <p:spPr>
          <a:xfrm>
            <a:off x="590400" y="4340520"/>
            <a:ext cx="670320" cy="423360"/>
          </a:xfrm>
          <a:prstGeom prst="straightConnector1">
            <a:avLst/>
          </a:prstGeom>
          <a:ln w="9525">
            <a:solidFill>
              <a:srgbClr val="494949"/>
            </a:solidFill>
            <a:round/>
          </a:ln>
        </p:spPr>
      </p:cxnSp>
      <p:sp>
        <p:nvSpPr>
          <p:cNvPr id="584"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585" name="Google Shape;1093;p22"/>
          <p:cNvCxnSpPr/>
          <p:nvPr/>
        </p:nvCxnSpPr>
        <p:spPr>
          <a:xfrm flipV="1">
            <a:off x="0" y="4332240"/>
            <a:ext cx="590760" cy="664560"/>
          </a:xfrm>
          <a:prstGeom prst="straightConnector1">
            <a:avLst/>
          </a:prstGeom>
          <a:ln w="9525">
            <a:solidFill>
              <a:srgbClr val="494949"/>
            </a:solidFill>
            <a:round/>
          </a:ln>
        </p:spPr>
      </p:cxnSp>
      <p:grpSp>
        <p:nvGrpSpPr>
          <p:cNvPr id="586" name="Google Shape;1094;p22"/>
          <p:cNvGrpSpPr/>
          <p:nvPr/>
        </p:nvGrpSpPr>
        <p:grpSpPr>
          <a:xfrm>
            <a:off x="431640" y="4183920"/>
            <a:ext cx="291600" cy="292320"/>
            <a:chOff x="431640" y="4183920"/>
            <a:chExt cx="291600" cy="292320"/>
          </a:xfrm>
        </p:grpSpPr>
        <p:sp>
          <p:nvSpPr>
            <p:cNvPr id="587" name="Google Shape;1095;p22"/>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8" name="Google Shape;1096;p22"/>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9" name="Google Shape;1097;p22"/>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0" name="Google Shape;1098;p22"/>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91" name="Google Shape;1099;p22"/>
          <p:cNvGrpSpPr/>
          <p:nvPr/>
        </p:nvGrpSpPr>
        <p:grpSpPr>
          <a:xfrm>
            <a:off x="1075320" y="4604760"/>
            <a:ext cx="292680" cy="293040"/>
            <a:chOff x="1075320" y="4604760"/>
            <a:chExt cx="292680" cy="293040"/>
          </a:xfrm>
        </p:grpSpPr>
        <p:sp>
          <p:nvSpPr>
            <p:cNvPr id="592" name="Google Shape;1100;p22"/>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3" name="Google Shape;1101;p22"/>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4" name="Google Shape;1102;p22"/>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5" name="Google Shape;1103;p22"/>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96" name="Google Shape;1104;p22"/>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7" name="Google Shape;1105;p22"/>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98" name="Google Shape;1106;p22"/>
          <p:cNvCxnSpPr/>
          <p:nvPr/>
        </p:nvCxnSpPr>
        <p:spPr>
          <a:xfrm flipH="1" flipV="1">
            <a:off x="7196760" y="294840"/>
            <a:ext cx="1157400" cy="543240"/>
          </a:xfrm>
          <a:prstGeom prst="straightConnector1">
            <a:avLst/>
          </a:prstGeom>
          <a:ln w="9525">
            <a:solidFill>
              <a:srgbClr val="494949"/>
            </a:solidFill>
            <a:round/>
          </a:ln>
        </p:spPr>
      </p:cxnSp>
      <p:cxnSp>
        <p:nvCxnSpPr>
          <p:cNvPr id="599" name="Google Shape;1107;p22"/>
          <p:cNvCxnSpPr/>
          <p:nvPr/>
        </p:nvCxnSpPr>
        <p:spPr>
          <a:xfrm flipH="1">
            <a:off x="8353800" y="-6480"/>
            <a:ext cx="792000" cy="836280"/>
          </a:xfrm>
          <a:prstGeom prst="straightConnector1">
            <a:avLst/>
          </a:prstGeom>
          <a:ln w="9525">
            <a:solidFill>
              <a:srgbClr val="494949"/>
            </a:solidFill>
            <a:round/>
          </a:ln>
        </p:spPr>
      </p:cxnSp>
      <p:grpSp>
        <p:nvGrpSpPr>
          <p:cNvPr id="600" name="Google Shape;1108;p22"/>
          <p:cNvGrpSpPr/>
          <p:nvPr/>
        </p:nvGrpSpPr>
        <p:grpSpPr>
          <a:xfrm>
            <a:off x="8064360" y="527040"/>
            <a:ext cx="581400" cy="582120"/>
            <a:chOff x="8064360" y="527040"/>
            <a:chExt cx="581400" cy="582120"/>
          </a:xfrm>
        </p:grpSpPr>
        <p:sp>
          <p:nvSpPr>
            <p:cNvPr id="601" name="Google Shape;1109;p22"/>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2" name="Google Shape;1110;p22"/>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3" name="Google Shape;1111;p22"/>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4" name="Google Shape;1112;p22"/>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05" name="Google Shape;1113;p22"/>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6" name="Google Shape;1114;p22"/>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7" name="Google Shape;1115;p22"/>
          <p:cNvGrpSpPr/>
          <p:nvPr/>
        </p:nvGrpSpPr>
        <p:grpSpPr>
          <a:xfrm>
            <a:off x="7034040" y="171000"/>
            <a:ext cx="291600" cy="292320"/>
            <a:chOff x="7034040" y="171000"/>
            <a:chExt cx="291600" cy="292320"/>
          </a:xfrm>
        </p:grpSpPr>
        <p:sp>
          <p:nvSpPr>
            <p:cNvPr id="608" name="Google Shape;1116;p22"/>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9" name="Google Shape;1117;p22"/>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0" name="Google Shape;1118;p22"/>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1" name="Google Shape;1119;p22"/>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2" name="Google Shape;1120;p22"/>
          <p:cNvGrpSpPr/>
          <p:nvPr/>
        </p:nvGrpSpPr>
        <p:grpSpPr>
          <a:xfrm>
            <a:off x="8758080" y="229680"/>
            <a:ext cx="174600" cy="174600"/>
            <a:chOff x="8758080" y="229680"/>
            <a:chExt cx="174600" cy="174600"/>
          </a:xfrm>
        </p:grpSpPr>
        <p:sp>
          <p:nvSpPr>
            <p:cNvPr id="613" name="Google Shape;1121;p22"/>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4" name="Google Shape;1122;p22"/>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5" name="Google Shape;1123;p22"/>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6" name="Google Shape;1124;p22"/>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17" name="Google Shape;1125;p22"/>
          <p:cNvGrpSpPr/>
          <p:nvPr/>
        </p:nvGrpSpPr>
        <p:grpSpPr>
          <a:xfrm>
            <a:off x="8489880" y="171000"/>
            <a:ext cx="174960" cy="26640"/>
            <a:chOff x="8489880" y="171000"/>
            <a:chExt cx="174960" cy="26640"/>
          </a:xfrm>
        </p:grpSpPr>
        <p:sp>
          <p:nvSpPr>
            <p:cNvPr id="618" name="Google Shape;1126;p22"/>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19" name="Google Shape;1127;p22"/>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0" name="Google Shape;1128;p22"/>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21" name="Google Shape;1129;p22"/>
          <p:cNvGrpSpPr/>
          <p:nvPr/>
        </p:nvGrpSpPr>
        <p:grpSpPr>
          <a:xfrm>
            <a:off x="7916400" y="1124640"/>
            <a:ext cx="174600" cy="26640"/>
            <a:chOff x="7916400" y="1124640"/>
            <a:chExt cx="174600" cy="26640"/>
          </a:xfrm>
        </p:grpSpPr>
        <p:sp>
          <p:nvSpPr>
            <p:cNvPr id="622" name="Google Shape;1130;p22"/>
            <p:cNvSpPr/>
            <p:nvPr/>
          </p:nvSpPr>
          <p:spPr>
            <a:xfrm>
              <a:off x="79164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3" name="Google Shape;1131;p22"/>
            <p:cNvSpPr/>
            <p:nvPr/>
          </p:nvSpPr>
          <p:spPr>
            <a:xfrm>
              <a:off x="79902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24" name="Google Shape;1132;p22"/>
            <p:cNvSpPr/>
            <p:nvPr/>
          </p:nvSpPr>
          <p:spPr>
            <a:xfrm>
              <a:off x="806436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15">
    <p:bg>
      <p:bgPr>
        <a:solidFill>
          <a:schemeClr val="lt1"/>
        </a:solidFill>
        <a:effectLst/>
      </p:bgPr>
    </p:bg>
    <p:spTree>
      <p:nvGrpSpPr>
        <p:cNvPr id="1" name=""/>
        <p:cNvGrpSpPr/>
        <p:nvPr/>
      </p:nvGrpSpPr>
      <p:grpSpPr>
        <a:xfrm>
          <a:off x="0" y="0"/>
          <a:ext cx="0" cy="0"/>
          <a:chOff x="0" y="0"/>
          <a:chExt cx="0" cy="0"/>
        </a:xfrm>
      </p:grpSpPr>
      <p:sp>
        <p:nvSpPr>
          <p:cNvPr id="723" name="PlaceHolder 1"/>
          <p:cNvSpPr>
            <a:spLocks noGrp="1"/>
          </p:cNvSpPr>
          <p:nvPr>
            <p:ph type="title"/>
          </p:nvPr>
        </p:nvSpPr>
        <p:spPr>
          <a:xfrm>
            <a:off x="723600" y="527040"/>
            <a:ext cx="76960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724" name="Google Shape;1241;p25"/>
          <p:cNvCxnSpPr/>
          <p:nvPr/>
        </p:nvCxnSpPr>
        <p:spPr>
          <a:xfrm>
            <a:off x="590400" y="4340520"/>
            <a:ext cx="670320" cy="423360"/>
          </a:xfrm>
          <a:prstGeom prst="straightConnector1">
            <a:avLst/>
          </a:prstGeom>
          <a:ln w="9525">
            <a:solidFill>
              <a:srgbClr val="3D3D3D"/>
            </a:solidFill>
            <a:round/>
          </a:ln>
        </p:spPr>
      </p:cxnSp>
      <p:cxnSp>
        <p:nvCxnSpPr>
          <p:cNvPr id="725" name="Google Shape;1242;p25"/>
          <p:cNvCxnSpPr/>
          <p:nvPr/>
        </p:nvCxnSpPr>
        <p:spPr>
          <a:xfrm flipV="1">
            <a:off x="0" y="4332240"/>
            <a:ext cx="590760" cy="664560"/>
          </a:xfrm>
          <a:prstGeom prst="straightConnector1">
            <a:avLst/>
          </a:prstGeom>
          <a:ln w="9525">
            <a:solidFill>
              <a:srgbClr val="3D3D3D"/>
            </a:solidFill>
            <a:round/>
          </a:ln>
        </p:spPr>
      </p:cxnSp>
      <p:grpSp>
        <p:nvGrpSpPr>
          <p:cNvPr id="726" name="Google Shape;1243;p25"/>
          <p:cNvGrpSpPr/>
          <p:nvPr/>
        </p:nvGrpSpPr>
        <p:grpSpPr>
          <a:xfrm>
            <a:off x="431640" y="4183920"/>
            <a:ext cx="291600" cy="292320"/>
            <a:chOff x="431640" y="4183920"/>
            <a:chExt cx="291600" cy="292320"/>
          </a:xfrm>
        </p:grpSpPr>
        <p:sp>
          <p:nvSpPr>
            <p:cNvPr id="727" name="Google Shape;1244;p25"/>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8" name="Google Shape;1245;p25"/>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9" name="Google Shape;1246;p25"/>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0" name="Google Shape;1247;p25"/>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31" name="Google Shape;1248;p25"/>
          <p:cNvGrpSpPr/>
          <p:nvPr/>
        </p:nvGrpSpPr>
        <p:grpSpPr>
          <a:xfrm>
            <a:off x="1075320" y="4604760"/>
            <a:ext cx="292680" cy="293040"/>
            <a:chOff x="1075320" y="4604760"/>
            <a:chExt cx="292680" cy="293040"/>
          </a:xfrm>
        </p:grpSpPr>
        <p:sp>
          <p:nvSpPr>
            <p:cNvPr id="732" name="Google Shape;1249;p25"/>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3" name="Google Shape;1250;p25"/>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4" name="Google Shape;1251;p25"/>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5" name="Google Shape;1252;p25"/>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36" name="Google Shape;1253;p25"/>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7" name="Google Shape;1254;p25"/>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38" name="Google Shape;1255;p25"/>
          <p:cNvCxnSpPr/>
          <p:nvPr/>
        </p:nvCxnSpPr>
        <p:spPr>
          <a:xfrm flipH="1" flipV="1">
            <a:off x="7196760" y="294840"/>
            <a:ext cx="1157400" cy="543240"/>
          </a:xfrm>
          <a:prstGeom prst="straightConnector1">
            <a:avLst/>
          </a:prstGeom>
          <a:ln w="9525">
            <a:solidFill>
              <a:srgbClr val="494949"/>
            </a:solidFill>
            <a:round/>
          </a:ln>
        </p:spPr>
      </p:cxnSp>
      <p:cxnSp>
        <p:nvCxnSpPr>
          <p:cNvPr id="739" name="Google Shape;1256;p25"/>
          <p:cNvCxnSpPr/>
          <p:nvPr/>
        </p:nvCxnSpPr>
        <p:spPr>
          <a:xfrm flipH="1">
            <a:off x="8353800" y="-6480"/>
            <a:ext cx="792000" cy="836280"/>
          </a:xfrm>
          <a:prstGeom prst="straightConnector1">
            <a:avLst/>
          </a:prstGeom>
          <a:ln w="9525">
            <a:solidFill>
              <a:srgbClr val="494949"/>
            </a:solidFill>
            <a:round/>
          </a:ln>
        </p:spPr>
      </p:cxnSp>
      <p:grpSp>
        <p:nvGrpSpPr>
          <p:cNvPr id="740" name="Google Shape;1257;p25"/>
          <p:cNvGrpSpPr/>
          <p:nvPr/>
        </p:nvGrpSpPr>
        <p:grpSpPr>
          <a:xfrm>
            <a:off x="8064360" y="527040"/>
            <a:ext cx="581400" cy="582120"/>
            <a:chOff x="8064360" y="527040"/>
            <a:chExt cx="581400" cy="582120"/>
          </a:xfrm>
        </p:grpSpPr>
        <p:sp>
          <p:nvSpPr>
            <p:cNvPr id="741" name="Google Shape;1258;p25"/>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2" name="Google Shape;1259;p25"/>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3" name="Google Shape;1260;p25"/>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4" name="Google Shape;1261;p25"/>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45" name="Google Shape;1262;p25"/>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6" name="Google Shape;1263;p25"/>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47" name="Google Shape;1264;p25"/>
          <p:cNvGrpSpPr/>
          <p:nvPr/>
        </p:nvGrpSpPr>
        <p:grpSpPr>
          <a:xfrm>
            <a:off x="7034040" y="171000"/>
            <a:ext cx="291600" cy="292320"/>
            <a:chOff x="7034040" y="171000"/>
            <a:chExt cx="291600" cy="292320"/>
          </a:xfrm>
        </p:grpSpPr>
        <p:sp>
          <p:nvSpPr>
            <p:cNvPr id="748" name="Google Shape;1265;p25"/>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9" name="Google Shape;1266;p25"/>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0" name="Google Shape;1267;p25"/>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1" name="Google Shape;1268;p25"/>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2" name="Google Shape;1269;p25"/>
          <p:cNvGrpSpPr/>
          <p:nvPr/>
        </p:nvGrpSpPr>
        <p:grpSpPr>
          <a:xfrm>
            <a:off x="8758080" y="229680"/>
            <a:ext cx="174600" cy="174600"/>
            <a:chOff x="8758080" y="229680"/>
            <a:chExt cx="174600" cy="174600"/>
          </a:xfrm>
        </p:grpSpPr>
        <p:sp>
          <p:nvSpPr>
            <p:cNvPr id="753" name="Google Shape;1270;p25"/>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4" name="Google Shape;1271;p25"/>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5" name="Google Shape;1272;p25"/>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56" name="Google Shape;1273;p25"/>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57" name="Google Shape;1274;p25"/>
          <p:cNvGrpSpPr/>
          <p:nvPr/>
        </p:nvGrpSpPr>
        <p:grpSpPr>
          <a:xfrm>
            <a:off x="8489880" y="171000"/>
            <a:ext cx="174960" cy="26640"/>
            <a:chOff x="8489880" y="171000"/>
            <a:chExt cx="174960" cy="26640"/>
          </a:xfrm>
        </p:grpSpPr>
        <p:sp>
          <p:nvSpPr>
            <p:cNvPr id="758" name="Google Shape;1275;p25"/>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59" name="Google Shape;1276;p25"/>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0" name="Google Shape;1277;p25"/>
            <p:cNvSpPr/>
            <p:nvPr/>
          </p:nvSpPr>
          <p:spPr>
            <a:xfrm>
              <a:off x="863820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61" name="Google Shape;1278;p25"/>
          <p:cNvGrpSpPr/>
          <p:nvPr/>
        </p:nvGrpSpPr>
        <p:grpSpPr>
          <a:xfrm>
            <a:off x="7916400" y="1124640"/>
            <a:ext cx="174600" cy="26640"/>
            <a:chOff x="7916400" y="1124640"/>
            <a:chExt cx="174600" cy="26640"/>
          </a:xfrm>
        </p:grpSpPr>
        <p:sp>
          <p:nvSpPr>
            <p:cNvPr id="762" name="Google Shape;1279;p25"/>
            <p:cNvSpPr/>
            <p:nvPr/>
          </p:nvSpPr>
          <p:spPr>
            <a:xfrm>
              <a:off x="79164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3" name="Google Shape;1280;p25"/>
            <p:cNvSpPr/>
            <p:nvPr/>
          </p:nvSpPr>
          <p:spPr>
            <a:xfrm>
              <a:off x="799020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64" name="Google Shape;1281;p25"/>
            <p:cNvSpPr/>
            <p:nvPr/>
          </p:nvSpPr>
          <p:spPr>
            <a:xfrm>
              <a:off x="8064360" y="1124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6">
    <p:bg>
      <p:bgPr>
        <a:solidFill>
          <a:schemeClr val="lt1"/>
        </a:solidFill>
        <a:effectLst/>
      </p:bgPr>
    </p:bg>
    <p:spTree>
      <p:nvGrpSpPr>
        <p:cNvPr id="1" name=""/>
        <p:cNvGrpSpPr/>
        <p:nvPr/>
      </p:nvGrpSpPr>
      <p:grpSpPr>
        <a:xfrm>
          <a:off x="0" y="0"/>
          <a:ext cx="0" cy="0"/>
          <a:chOff x="0" y="0"/>
          <a:chExt cx="0" cy="0"/>
        </a:xfrm>
      </p:grpSpPr>
      <p:sp>
        <p:nvSpPr>
          <p:cNvPr id="765" name="PlaceHolder 1"/>
          <p:cNvSpPr>
            <a:spLocks noGrp="1"/>
          </p:cNvSpPr>
          <p:nvPr>
            <p:ph type="title"/>
          </p:nvPr>
        </p:nvSpPr>
        <p:spPr>
          <a:xfrm>
            <a:off x="896040" y="1984320"/>
            <a:ext cx="3456720" cy="129168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cxnSp>
        <p:nvCxnSpPr>
          <p:cNvPr id="766" name="Google Shape;1284;p26"/>
          <p:cNvCxnSpPr/>
          <p:nvPr/>
        </p:nvCxnSpPr>
        <p:spPr>
          <a:xfrm>
            <a:off x="1645920" y="523080"/>
            <a:ext cx="1672560" cy="126360"/>
          </a:xfrm>
          <a:prstGeom prst="straightConnector1">
            <a:avLst/>
          </a:prstGeom>
          <a:ln w="9525">
            <a:solidFill>
              <a:srgbClr val="494949"/>
            </a:solidFill>
            <a:round/>
          </a:ln>
        </p:spPr>
      </p:cxnSp>
      <p:cxnSp>
        <p:nvCxnSpPr>
          <p:cNvPr id="767" name="Google Shape;1285;p26"/>
          <p:cNvCxnSpPr/>
          <p:nvPr/>
        </p:nvCxnSpPr>
        <p:spPr>
          <a:xfrm flipV="1">
            <a:off x="802800" y="529560"/>
            <a:ext cx="829800" cy="743760"/>
          </a:xfrm>
          <a:prstGeom prst="straightConnector1">
            <a:avLst/>
          </a:prstGeom>
          <a:ln w="9525">
            <a:solidFill>
              <a:srgbClr val="494949"/>
            </a:solidFill>
            <a:round/>
          </a:ln>
        </p:spPr>
      </p:cxnSp>
      <p:cxnSp>
        <p:nvCxnSpPr>
          <p:cNvPr id="768" name="Google Shape;1286;p26"/>
          <p:cNvCxnSpPr/>
          <p:nvPr/>
        </p:nvCxnSpPr>
        <p:spPr>
          <a:xfrm>
            <a:off x="0" y="65160"/>
            <a:ext cx="796680" cy="1188360"/>
          </a:xfrm>
          <a:prstGeom prst="straightConnector1">
            <a:avLst/>
          </a:prstGeom>
          <a:ln w="9525">
            <a:solidFill>
              <a:srgbClr val="494949"/>
            </a:solidFill>
            <a:round/>
          </a:ln>
        </p:spPr>
      </p:cxnSp>
      <p:grpSp>
        <p:nvGrpSpPr>
          <p:cNvPr id="769" name="Google Shape;1287;p26"/>
          <p:cNvGrpSpPr/>
          <p:nvPr/>
        </p:nvGrpSpPr>
        <p:grpSpPr>
          <a:xfrm>
            <a:off x="498960" y="959760"/>
            <a:ext cx="581400" cy="582120"/>
            <a:chOff x="498960" y="959760"/>
            <a:chExt cx="581400" cy="582120"/>
          </a:xfrm>
        </p:grpSpPr>
        <p:sp>
          <p:nvSpPr>
            <p:cNvPr id="770" name="Google Shape;1288;p26"/>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1" name="Google Shape;1289;p26"/>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2" name="Google Shape;1290;p26"/>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3" name="Google Shape;1291;p26"/>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4" name="Google Shape;1292;p26"/>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5" name="Google Shape;1293;p26"/>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76" name="Google Shape;1294;p26"/>
          <p:cNvGrpSpPr/>
          <p:nvPr/>
        </p:nvGrpSpPr>
        <p:grpSpPr>
          <a:xfrm>
            <a:off x="1500480" y="388080"/>
            <a:ext cx="291600" cy="292320"/>
            <a:chOff x="1500480" y="388080"/>
            <a:chExt cx="291600" cy="292320"/>
          </a:xfrm>
        </p:grpSpPr>
        <p:sp>
          <p:nvSpPr>
            <p:cNvPr id="777" name="Google Shape;1295;p26"/>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78" name="Google Shape;1296;p26"/>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9" name="Google Shape;1297;p26"/>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0" name="Google Shape;1298;p26"/>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781" name="Google Shape;1299;p26"/>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2" name="Google Shape;1300;p26"/>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3" name="Google Shape;1301;p26"/>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4" name="Google Shape;1302;p26"/>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5" name="Google Shape;1303;p26"/>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6" name="Google Shape;1304;p26"/>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787" name="Google Shape;1305;p26"/>
          <p:cNvGrpSpPr/>
          <p:nvPr/>
        </p:nvGrpSpPr>
        <p:grpSpPr>
          <a:xfrm>
            <a:off x="3527280" y="361080"/>
            <a:ext cx="174600" cy="26640"/>
            <a:chOff x="3527280" y="361080"/>
            <a:chExt cx="174600" cy="26640"/>
          </a:xfrm>
        </p:grpSpPr>
        <p:sp>
          <p:nvSpPr>
            <p:cNvPr id="788" name="Google Shape;1306;p26"/>
            <p:cNvSpPr/>
            <p:nvPr/>
          </p:nvSpPr>
          <p:spPr>
            <a:xfrm flipH="1">
              <a:off x="367524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89" name="Google Shape;1307;p26"/>
            <p:cNvSpPr/>
            <p:nvPr/>
          </p:nvSpPr>
          <p:spPr>
            <a:xfrm flipH="1">
              <a:off x="360108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0" name="Google Shape;1308;p26"/>
            <p:cNvSpPr/>
            <p:nvPr/>
          </p:nvSpPr>
          <p:spPr>
            <a:xfrm flipH="1">
              <a:off x="3527280" y="3610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1" name="Google Shape;1309;p26"/>
          <p:cNvGrpSpPr/>
          <p:nvPr/>
        </p:nvGrpSpPr>
        <p:grpSpPr>
          <a:xfrm>
            <a:off x="480240" y="242640"/>
            <a:ext cx="174960" cy="26640"/>
            <a:chOff x="480240" y="242640"/>
            <a:chExt cx="174960" cy="26640"/>
          </a:xfrm>
        </p:grpSpPr>
        <p:sp>
          <p:nvSpPr>
            <p:cNvPr id="792" name="Google Shape;1310;p26"/>
            <p:cNvSpPr/>
            <p:nvPr/>
          </p:nvSpPr>
          <p:spPr>
            <a:xfrm flipH="1">
              <a:off x="62856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3" name="Google Shape;1311;p26"/>
            <p:cNvSpPr/>
            <p:nvPr/>
          </p:nvSpPr>
          <p:spPr>
            <a:xfrm flipH="1">
              <a:off x="55440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4" name="Google Shape;1312;p26"/>
            <p:cNvSpPr/>
            <p:nvPr/>
          </p:nvSpPr>
          <p:spPr>
            <a:xfrm flipH="1">
              <a:off x="480240" y="2426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95" name="Google Shape;1313;p26"/>
          <p:cNvGrpSpPr/>
          <p:nvPr/>
        </p:nvGrpSpPr>
        <p:grpSpPr>
          <a:xfrm>
            <a:off x="901800" y="1653480"/>
            <a:ext cx="174600" cy="26640"/>
            <a:chOff x="901800" y="1653480"/>
            <a:chExt cx="174600" cy="26640"/>
          </a:xfrm>
        </p:grpSpPr>
        <p:sp>
          <p:nvSpPr>
            <p:cNvPr id="796" name="Google Shape;1314;p26"/>
            <p:cNvSpPr/>
            <p:nvPr/>
          </p:nvSpPr>
          <p:spPr>
            <a:xfrm flipH="1">
              <a:off x="104976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7" name="Google Shape;1315;p26"/>
            <p:cNvSpPr/>
            <p:nvPr/>
          </p:nvSpPr>
          <p:spPr>
            <a:xfrm flipH="1">
              <a:off x="97560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8" name="Google Shape;1316;p26"/>
            <p:cNvSpPr/>
            <p:nvPr/>
          </p:nvSpPr>
          <p:spPr>
            <a:xfrm flipH="1">
              <a:off x="901800" y="165348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99" name="Google Shape;1317;p26"/>
          <p:cNvCxnSpPr/>
          <p:nvPr/>
        </p:nvCxnSpPr>
        <p:spPr>
          <a:xfrm>
            <a:off x="791280" y="4212360"/>
            <a:ext cx="1157400" cy="542880"/>
          </a:xfrm>
          <a:prstGeom prst="straightConnector1">
            <a:avLst/>
          </a:prstGeom>
          <a:ln w="9525">
            <a:solidFill>
              <a:srgbClr val="494949"/>
            </a:solidFill>
            <a:round/>
          </a:ln>
        </p:spPr>
      </p:cxnSp>
      <p:cxnSp>
        <p:nvCxnSpPr>
          <p:cNvPr id="800" name="Google Shape;1318;p26"/>
          <p:cNvCxnSpPr/>
          <p:nvPr/>
        </p:nvCxnSpPr>
        <p:spPr>
          <a:xfrm flipV="1">
            <a:off x="0" y="4220280"/>
            <a:ext cx="791640" cy="836640"/>
          </a:xfrm>
          <a:prstGeom prst="straightConnector1">
            <a:avLst/>
          </a:prstGeom>
          <a:ln w="9525">
            <a:solidFill>
              <a:srgbClr val="494949"/>
            </a:solidFill>
            <a:round/>
          </a:ln>
        </p:spPr>
      </p:cxnSp>
      <p:grpSp>
        <p:nvGrpSpPr>
          <p:cNvPr id="801" name="Google Shape;1319;p26"/>
          <p:cNvGrpSpPr/>
          <p:nvPr/>
        </p:nvGrpSpPr>
        <p:grpSpPr>
          <a:xfrm>
            <a:off x="499680" y="3941280"/>
            <a:ext cx="581400" cy="582120"/>
            <a:chOff x="499680" y="3941280"/>
            <a:chExt cx="581400" cy="582120"/>
          </a:xfrm>
        </p:grpSpPr>
        <p:sp>
          <p:nvSpPr>
            <p:cNvPr id="802" name="Google Shape;1320;p26"/>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3" name="Google Shape;1321;p26"/>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4" name="Google Shape;1322;p26"/>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5" name="Google Shape;1323;p26"/>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06" name="Google Shape;1324;p26"/>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7" name="Google Shape;1325;p26"/>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08" name="Google Shape;1326;p26"/>
          <p:cNvGrpSpPr/>
          <p:nvPr/>
        </p:nvGrpSpPr>
        <p:grpSpPr>
          <a:xfrm>
            <a:off x="1820160" y="4587120"/>
            <a:ext cx="291600" cy="292320"/>
            <a:chOff x="1820160" y="4587120"/>
            <a:chExt cx="291600" cy="292320"/>
          </a:xfrm>
        </p:grpSpPr>
        <p:sp>
          <p:nvSpPr>
            <p:cNvPr id="809" name="Google Shape;1327;p26"/>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0" name="Google Shape;1328;p26"/>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1" name="Google Shape;1329;p26"/>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2" name="Google Shape;1330;p26"/>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3" name="Google Shape;1331;p26"/>
          <p:cNvGrpSpPr/>
          <p:nvPr/>
        </p:nvGrpSpPr>
        <p:grpSpPr>
          <a:xfrm>
            <a:off x="212760" y="4645800"/>
            <a:ext cx="174600" cy="174600"/>
            <a:chOff x="212760" y="4645800"/>
            <a:chExt cx="174600" cy="174600"/>
          </a:xfrm>
        </p:grpSpPr>
        <p:sp>
          <p:nvSpPr>
            <p:cNvPr id="814" name="Google Shape;1332;p26"/>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5" name="Google Shape;1333;p26"/>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16" name="Google Shape;1334;p26"/>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17" name="Google Shape;1335;p26"/>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8" name="Google Shape;1336;p26"/>
          <p:cNvGrpSpPr/>
          <p:nvPr/>
        </p:nvGrpSpPr>
        <p:grpSpPr>
          <a:xfrm>
            <a:off x="480600" y="4852800"/>
            <a:ext cx="174960" cy="26640"/>
            <a:chOff x="480600" y="4852800"/>
            <a:chExt cx="174960" cy="26640"/>
          </a:xfrm>
        </p:grpSpPr>
        <p:sp>
          <p:nvSpPr>
            <p:cNvPr id="819" name="Google Shape;1337;p26"/>
            <p:cNvSpPr/>
            <p:nvPr/>
          </p:nvSpPr>
          <p:spPr>
            <a:xfrm rot="10800000">
              <a:off x="62892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0" name="Google Shape;1338;p26"/>
            <p:cNvSpPr/>
            <p:nvPr/>
          </p:nvSpPr>
          <p:spPr>
            <a:xfrm rot="10800000">
              <a:off x="55476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1" name="Google Shape;1339;p26"/>
            <p:cNvSpPr/>
            <p:nvPr/>
          </p:nvSpPr>
          <p:spPr>
            <a:xfrm rot="10800000">
              <a:off x="480600" y="4852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22" name="Google Shape;1340;p26"/>
          <p:cNvGrpSpPr/>
          <p:nvPr/>
        </p:nvGrpSpPr>
        <p:grpSpPr>
          <a:xfrm>
            <a:off x="1054440" y="3898800"/>
            <a:ext cx="174600" cy="26640"/>
            <a:chOff x="1054440" y="3898800"/>
            <a:chExt cx="174600" cy="26640"/>
          </a:xfrm>
        </p:grpSpPr>
        <p:sp>
          <p:nvSpPr>
            <p:cNvPr id="823" name="Google Shape;1341;p26"/>
            <p:cNvSpPr/>
            <p:nvPr/>
          </p:nvSpPr>
          <p:spPr>
            <a:xfrm rot="10800000">
              <a:off x="120240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4" name="Google Shape;1342;p26"/>
            <p:cNvSpPr/>
            <p:nvPr/>
          </p:nvSpPr>
          <p:spPr>
            <a:xfrm rot="10800000">
              <a:off x="112860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25" name="Google Shape;1343;p26"/>
            <p:cNvSpPr/>
            <p:nvPr/>
          </p:nvSpPr>
          <p:spPr>
            <a:xfrm rot="10800000">
              <a:off x="1054440" y="38988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17">
    <p:bg>
      <p:bgPr>
        <a:solidFill>
          <a:schemeClr val="lt1"/>
        </a:solidFill>
        <a:effectLst/>
      </p:bgPr>
    </p:bg>
    <p:spTree>
      <p:nvGrpSpPr>
        <p:cNvPr id="1" name=""/>
        <p:cNvGrpSpPr/>
        <p:nvPr/>
      </p:nvGrpSpPr>
      <p:grpSpPr>
        <a:xfrm>
          <a:off x="0" y="0"/>
          <a:ext cx="0" cy="0"/>
          <a:chOff x="0" y="0"/>
          <a:chExt cx="0" cy="0"/>
        </a:xfrm>
      </p:grpSpPr>
      <p:sp>
        <p:nvSpPr>
          <p:cNvPr id="826" name="PlaceHolder 1"/>
          <p:cNvSpPr>
            <a:spLocks noGrp="1"/>
          </p:cNvSpPr>
          <p:nvPr>
            <p:ph type="title"/>
          </p:nvPr>
        </p:nvSpPr>
        <p:spPr>
          <a:xfrm>
            <a:off x="723600" y="527040"/>
            <a:ext cx="76960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827" name="Google Shape;1346;p27"/>
          <p:cNvCxnSpPr/>
          <p:nvPr/>
        </p:nvCxnSpPr>
        <p:spPr>
          <a:xfrm flipH="1" flipV="1">
            <a:off x="8109000" y="501120"/>
            <a:ext cx="738000" cy="738000"/>
          </a:xfrm>
          <a:prstGeom prst="straightConnector1">
            <a:avLst/>
          </a:prstGeom>
          <a:ln w="9525">
            <a:solidFill>
              <a:srgbClr val="494949"/>
            </a:solidFill>
            <a:round/>
          </a:ln>
        </p:spPr>
      </p:cxnSp>
      <p:cxnSp>
        <p:nvCxnSpPr>
          <p:cNvPr id="828" name="Google Shape;1347;p27"/>
          <p:cNvCxnSpPr/>
          <p:nvPr/>
        </p:nvCxnSpPr>
        <p:spPr>
          <a:xfrm>
            <a:off x="582120" y="281880"/>
            <a:ext cx="1213560" cy="423360"/>
          </a:xfrm>
          <a:prstGeom prst="straightConnector1">
            <a:avLst/>
          </a:prstGeom>
          <a:ln w="9525">
            <a:solidFill>
              <a:srgbClr val="494949"/>
            </a:solidFill>
            <a:round/>
          </a:ln>
        </p:spPr>
      </p:cxnSp>
      <p:cxnSp>
        <p:nvCxnSpPr>
          <p:cNvPr id="829" name="Google Shape;1348;p27"/>
          <p:cNvCxnSpPr/>
          <p:nvPr/>
        </p:nvCxnSpPr>
        <p:spPr>
          <a:xfrm flipV="1">
            <a:off x="0" y="273960"/>
            <a:ext cx="582840" cy="654840"/>
          </a:xfrm>
          <a:prstGeom prst="straightConnector1">
            <a:avLst/>
          </a:prstGeom>
          <a:ln w="9525">
            <a:solidFill>
              <a:srgbClr val="494949"/>
            </a:solidFill>
            <a:round/>
          </a:ln>
        </p:spPr>
      </p:cxnSp>
      <p:grpSp>
        <p:nvGrpSpPr>
          <p:cNvPr id="830" name="Google Shape;1349;p27"/>
          <p:cNvGrpSpPr/>
          <p:nvPr/>
        </p:nvGrpSpPr>
        <p:grpSpPr>
          <a:xfrm>
            <a:off x="423720" y="125280"/>
            <a:ext cx="291600" cy="292320"/>
            <a:chOff x="423720" y="125280"/>
            <a:chExt cx="291600" cy="292320"/>
          </a:xfrm>
        </p:grpSpPr>
        <p:sp>
          <p:nvSpPr>
            <p:cNvPr id="831" name="Google Shape;1350;p27"/>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2" name="Google Shape;1351;p27"/>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3" name="Google Shape;1352;p27"/>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4" name="Google Shape;1353;p27"/>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35" name="Google Shape;1354;p27"/>
          <p:cNvGrpSpPr/>
          <p:nvPr/>
        </p:nvGrpSpPr>
        <p:grpSpPr>
          <a:xfrm>
            <a:off x="1638360" y="558000"/>
            <a:ext cx="292680" cy="293040"/>
            <a:chOff x="1638360" y="558000"/>
            <a:chExt cx="292680" cy="293040"/>
          </a:xfrm>
        </p:grpSpPr>
        <p:sp>
          <p:nvSpPr>
            <p:cNvPr id="836" name="Google Shape;1355;p27"/>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7" name="Google Shape;1356;p27"/>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38" name="Google Shape;1357;p27"/>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9" name="Google Shape;1358;p27"/>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0" name="Google Shape;1359;p27"/>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1" name="Google Shape;1360;p27"/>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42" name="Google Shape;1361;p27"/>
          <p:cNvGrpSpPr/>
          <p:nvPr/>
        </p:nvGrpSpPr>
        <p:grpSpPr>
          <a:xfrm>
            <a:off x="1591920" y="362520"/>
            <a:ext cx="174600" cy="26640"/>
            <a:chOff x="1591920" y="362520"/>
            <a:chExt cx="174600" cy="26640"/>
          </a:xfrm>
        </p:grpSpPr>
        <p:sp>
          <p:nvSpPr>
            <p:cNvPr id="843" name="Google Shape;1362;p27"/>
            <p:cNvSpPr/>
            <p:nvPr/>
          </p:nvSpPr>
          <p:spPr>
            <a:xfrm>
              <a:off x="159192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4" name="Google Shape;1363;p27"/>
            <p:cNvSpPr/>
            <p:nvPr/>
          </p:nvSpPr>
          <p:spPr>
            <a:xfrm>
              <a:off x="166572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5" name="Google Shape;1364;p27"/>
            <p:cNvSpPr/>
            <p:nvPr/>
          </p:nvSpPr>
          <p:spPr>
            <a:xfrm>
              <a:off x="1739880" y="36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46" name="Google Shape;1365;p27"/>
          <p:cNvCxnSpPr/>
          <p:nvPr/>
        </p:nvCxnSpPr>
        <p:spPr>
          <a:xfrm flipH="1">
            <a:off x="8151120" y="6840"/>
            <a:ext cx="1002960" cy="494640"/>
          </a:xfrm>
          <a:prstGeom prst="straightConnector1">
            <a:avLst/>
          </a:prstGeom>
          <a:ln w="9525">
            <a:solidFill>
              <a:srgbClr val="494949"/>
            </a:solidFill>
            <a:round/>
          </a:ln>
        </p:spPr>
      </p:cxnSp>
      <p:grpSp>
        <p:nvGrpSpPr>
          <p:cNvPr id="847" name="Google Shape;1366;p27"/>
          <p:cNvGrpSpPr/>
          <p:nvPr/>
        </p:nvGrpSpPr>
        <p:grpSpPr>
          <a:xfrm>
            <a:off x="7823880" y="202320"/>
            <a:ext cx="581400" cy="582120"/>
            <a:chOff x="7823880" y="202320"/>
            <a:chExt cx="581400" cy="582120"/>
          </a:xfrm>
        </p:grpSpPr>
        <p:sp>
          <p:nvSpPr>
            <p:cNvPr id="848" name="Google Shape;1367;p27"/>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49" name="Google Shape;1368;p27"/>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0" name="Google Shape;1369;p27"/>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1" name="Google Shape;1370;p27"/>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2" name="Google Shape;1371;p27"/>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3" name="Google Shape;1372;p27"/>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54" name="Google Shape;1373;p27"/>
          <p:cNvGrpSpPr/>
          <p:nvPr/>
        </p:nvGrpSpPr>
        <p:grpSpPr>
          <a:xfrm>
            <a:off x="8698680" y="1117440"/>
            <a:ext cx="291600" cy="292320"/>
            <a:chOff x="8698680" y="1117440"/>
            <a:chExt cx="291600" cy="292320"/>
          </a:xfrm>
        </p:grpSpPr>
        <p:sp>
          <p:nvSpPr>
            <p:cNvPr id="855" name="Google Shape;1374;p27"/>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6" name="Google Shape;1375;p27"/>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57" name="Google Shape;1376;p27"/>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8" name="Google Shape;1377;p27"/>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59" name="Google Shape;1378;p27"/>
          <p:cNvGrpSpPr/>
          <p:nvPr/>
        </p:nvGrpSpPr>
        <p:grpSpPr>
          <a:xfrm>
            <a:off x="8678520" y="1581840"/>
            <a:ext cx="174600" cy="26640"/>
            <a:chOff x="8678520" y="1581840"/>
            <a:chExt cx="174600" cy="26640"/>
          </a:xfrm>
        </p:grpSpPr>
        <p:sp>
          <p:nvSpPr>
            <p:cNvPr id="860" name="Google Shape;1379;p27"/>
            <p:cNvSpPr/>
            <p:nvPr/>
          </p:nvSpPr>
          <p:spPr>
            <a:xfrm>
              <a:off x="867852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1" name="Google Shape;1380;p27"/>
            <p:cNvSpPr/>
            <p:nvPr/>
          </p:nvSpPr>
          <p:spPr>
            <a:xfrm>
              <a:off x="875232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62" name="Google Shape;1381;p27"/>
            <p:cNvSpPr/>
            <p:nvPr/>
          </p:nvSpPr>
          <p:spPr>
            <a:xfrm>
              <a:off x="8826480" y="158184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5906880" y="356760"/>
            <a:ext cx="2614680" cy="57564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sp>
        <p:nvSpPr>
          <p:cNvPr id="111" name="PlaceHolder 2"/>
          <p:cNvSpPr>
            <a:spLocks noGrp="1"/>
          </p:cNvSpPr>
          <p:nvPr>
            <p:ph type="title"/>
          </p:nvPr>
        </p:nvSpPr>
        <p:spPr>
          <a:xfrm>
            <a:off x="813960" y="72252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2" name="PlaceHolder 3"/>
          <p:cNvSpPr>
            <a:spLocks noGrp="1"/>
          </p:cNvSpPr>
          <p:nvPr>
            <p:ph type="title"/>
          </p:nvPr>
        </p:nvSpPr>
        <p:spPr>
          <a:xfrm>
            <a:off x="813960" y="180144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3" name="PlaceHolder 4"/>
          <p:cNvSpPr>
            <a:spLocks noGrp="1"/>
          </p:cNvSpPr>
          <p:nvPr>
            <p:ph type="title"/>
          </p:nvPr>
        </p:nvSpPr>
        <p:spPr>
          <a:xfrm>
            <a:off x="813960" y="288036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
        <p:nvSpPr>
          <p:cNvPr id="114" name="PlaceHolder 5"/>
          <p:cNvSpPr>
            <a:spLocks noGrp="1"/>
          </p:cNvSpPr>
          <p:nvPr>
            <p:ph type="title"/>
          </p:nvPr>
        </p:nvSpPr>
        <p:spPr>
          <a:xfrm>
            <a:off x="813960" y="3959280"/>
            <a:ext cx="456840" cy="347040"/>
          </a:xfrm>
          <a:prstGeom prst="rect">
            <a:avLst/>
          </a:prstGeom>
          <a:noFill/>
          <a:ln w="0">
            <a:noFill/>
          </a:ln>
        </p:spPr>
        <p:txBody>
          <a:bodyPr lIns="91440" tIns="91440" rIns="91440" bIns="91440" anchor="ctr">
            <a:noAutofit/>
          </a:bodyPr>
          <a:lstStyle/>
          <a:p>
            <a:pPr indent="0" algn="ctr">
              <a:lnSpc>
                <a:spcPct val="100000"/>
              </a:lnSpc>
              <a:buNone/>
            </a:pPr>
            <a:r>
              <a:rPr lang="fr-FR" sz="2000" b="0" u="none" strike="noStrike">
                <a:solidFill>
                  <a:schemeClr val="lt1"/>
                </a:solidFill>
                <a:effectLst/>
                <a:uFillTx/>
                <a:latin typeface="Fjalla One"/>
                <a:ea typeface="Fjalla One"/>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1719000" y="338400"/>
            <a:ext cx="5577480" cy="5940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16" name="Google Shape;645;p14"/>
          <p:cNvGrpSpPr/>
          <p:nvPr/>
        </p:nvGrpSpPr>
        <p:grpSpPr>
          <a:xfrm>
            <a:off x="262080" y="-1080"/>
            <a:ext cx="8550000" cy="3981240"/>
            <a:chOff x="262080" y="-1080"/>
            <a:chExt cx="8550000" cy="3981240"/>
          </a:xfrm>
        </p:grpSpPr>
        <p:cxnSp>
          <p:nvCxnSpPr>
            <p:cNvPr id="117" name="Google Shape;646;p14"/>
            <p:cNvCxnSpPr/>
            <p:nvPr/>
          </p:nvCxnSpPr>
          <p:spPr>
            <a:xfrm>
              <a:off x="515880" y="-1080"/>
              <a:ext cx="360" cy="3981600"/>
            </a:xfrm>
            <a:prstGeom prst="straightConnector1">
              <a:avLst/>
            </a:prstGeom>
            <a:ln w="9525">
              <a:solidFill>
                <a:srgbClr val="3D3D3D"/>
              </a:solidFill>
              <a:round/>
            </a:ln>
          </p:spPr>
        </p:cxnSp>
        <p:cxnSp>
          <p:nvCxnSpPr>
            <p:cNvPr id="118" name="Google Shape;647;p14"/>
            <p:cNvCxnSpPr/>
            <p:nvPr/>
          </p:nvCxnSpPr>
          <p:spPr>
            <a:xfrm>
              <a:off x="8665920" y="-1080"/>
              <a:ext cx="360" cy="1902240"/>
            </a:xfrm>
            <a:prstGeom prst="straightConnector1">
              <a:avLst/>
            </a:prstGeom>
            <a:ln w="9525">
              <a:solidFill>
                <a:srgbClr val="3D3D3D"/>
              </a:solidFill>
              <a:round/>
            </a:ln>
          </p:spPr>
        </p:cxnSp>
        <p:grpSp>
          <p:nvGrpSpPr>
            <p:cNvPr id="119" name="Google Shape;648;p14"/>
            <p:cNvGrpSpPr/>
            <p:nvPr/>
          </p:nvGrpSpPr>
          <p:grpSpPr>
            <a:xfrm>
              <a:off x="343440" y="3301200"/>
              <a:ext cx="344520" cy="344880"/>
              <a:chOff x="343440" y="3301200"/>
              <a:chExt cx="344520" cy="344880"/>
            </a:xfrm>
          </p:grpSpPr>
          <p:sp>
            <p:nvSpPr>
              <p:cNvPr id="120" name="Google Shape;649;p14"/>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650;p14"/>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 name="Google Shape;651;p14"/>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Google Shape;652;p14"/>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 name="Google Shape;653;p14"/>
            <p:cNvGrpSpPr/>
            <p:nvPr/>
          </p:nvGrpSpPr>
          <p:grpSpPr>
            <a:xfrm>
              <a:off x="8520480" y="714960"/>
              <a:ext cx="291600" cy="292320"/>
              <a:chOff x="8520480" y="714960"/>
              <a:chExt cx="291600" cy="292320"/>
            </a:xfrm>
          </p:grpSpPr>
          <p:sp>
            <p:nvSpPr>
              <p:cNvPr id="125" name="Google Shape;654;p14"/>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6" name="Google Shape;655;p14"/>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 name="Google Shape;656;p14"/>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 name="Google Shape;657;p14"/>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 name="Google Shape;658;p14"/>
            <p:cNvGrpSpPr/>
            <p:nvPr/>
          </p:nvGrpSpPr>
          <p:grpSpPr>
            <a:xfrm>
              <a:off x="262080" y="465480"/>
              <a:ext cx="507240" cy="507600"/>
              <a:chOff x="262080" y="465480"/>
              <a:chExt cx="507240" cy="507600"/>
            </a:xfrm>
          </p:grpSpPr>
          <p:sp>
            <p:nvSpPr>
              <p:cNvPr id="130" name="Google Shape;659;p14"/>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 name="Google Shape;660;p14"/>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 name="Google Shape;661;p14"/>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3" name="Google Shape;662;p14"/>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 name="Google Shape;663;p14"/>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664;p14"/>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1568880" y="442440"/>
            <a:ext cx="6005880" cy="5954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37" name="Google Shape;675;p15"/>
          <p:cNvCxnSpPr/>
          <p:nvPr/>
        </p:nvCxnSpPr>
        <p:spPr>
          <a:xfrm flipH="1" flipV="1">
            <a:off x="8109000" y="501120"/>
            <a:ext cx="738000" cy="738000"/>
          </a:xfrm>
          <a:prstGeom prst="straightConnector1">
            <a:avLst/>
          </a:prstGeom>
          <a:ln w="9525">
            <a:solidFill>
              <a:srgbClr val="3D3D3D"/>
            </a:solidFill>
            <a:round/>
          </a:ln>
        </p:spPr>
      </p:cxnSp>
      <p:cxnSp>
        <p:nvCxnSpPr>
          <p:cNvPr id="138" name="Google Shape;676;p15"/>
          <p:cNvCxnSpPr/>
          <p:nvPr/>
        </p:nvCxnSpPr>
        <p:spPr>
          <a:xfrm>
            <a:off x="582120" y="281880"/>
            <a:ext cx="1213560" cy="423360"/>
          </a:xfrm>
          <a:prstGeom prst="straightConnector1">
            <a:avLst/>
          </a:prstGeom>
          <a:ln w="9525">
            <a:solidFill>
              <a:srgbClr val="3D3D3D"/>
            </a:solidFill>
            <a:round/>
          </a:ln>
        </p:spPr>
      </p:cxnSp>
      <p:cxnSp>
        <p:nvCxnSpPr>
          <p:cNvPr id="139" name="Google Shape;677;p15"/>
          <p:cNvCxnSpPr/>
          <p:nvPr/>
        </p:nvCxnSpPr>
        <p:spPr>
          <a:xfrm flipV="1">
            <a:off x="0" y="273960"/>
            <a:ext cx="582840" cy="654840"/>
          </a:xfrm>
          <a:prstGeom prst="straightConnector1">
            <a:avLst/>
          </a:prstGeom>
          <a:ln w="9525">
            <a:solidFill>
              <a:srgbClr val="3D3D3D"/>
            </a:solidFill>
            <a:round/>
          </a:ln>
        </p:spPr>
      </p:cxnSp>
      <p:grpSp>
        <p:nvGrpSpPr>
          <p:cNvPr id="140" name="Google Shape;678;p15"/>
          <p:cNvGrpSpPr/>
          <p:nvPr/>
        </p:nvGrpSpPr>
        <p:grpSpPr>
          <a:xfrm>
            <a:off x="423720" y="125280"/>
            <a:ext cx="291600" cy="292320"/>
            <a:chOff x="423720" y="125280"/>
            <a:chExt cx="291600" cy="292320"/>
          </a:xfrm>
        </p:grpSpPr>
        <p:sp>
          <p:nvSpPr>
            <p:cNvPr id="141" name="Google Shape;679;p15"/>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 name="Google Shape;680;p15"/>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 name="Google Shape;681;p15"/>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 name="Google Shape;682;p15"/>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 name="Google Shape;683;p15"/>
          <p:cNvGrpSpPr/>
          <p:nvPr/>
        </p:nvGrpSpPr>
        <p:grpSpPr>
          <a:xfrm>
            <a:off x="1638360" y="558000"/>
            <a:ext cx="292680" cy="293040"/>
            <a:chOff x="1638360" y="558000"/>
            <a:chExt cx="292680" cy="293040"/>
          </a:xfrm>
        </p:grpSpPr>
        <p:sp>
          <p:nvSpPr>
            <p:cNvPr id="146" name="Google Shape;684;p15"/>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 name="Google Shape;685;p15"/>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 name="Google Shape;686;p15"/>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687;p15"/>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 name="Google Shape;688;p15"/>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689;p15"/>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 name="Google Shape;690;p15"/>
          <p:cNvGrpSpPr/>
          <p:nvPr/>
        </p:nvGrpSpPr>
        <p:grpSpPr>
          <a:xfrm>
            <a:off x="1591920" y="362520"/>
            <a:ext cx="174600" cy="26640"/>
            <a:chOff x="1591920" y="362520"/>
            <a:chExt cx="174600" cy="26640"/>
          </a:xfrm>
        </p:grpSpPr>
        <p:sp>
          <p:nvSpPr>
            <p:cNvPr id="153" name="Google Shape;691;p15"/>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 name="Google Shape;692;p15"/>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 name="Google Shape;693;p15"/>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 name="Google Shape;694;p15"/>
          <p:cNvCxnSpPr/>
          <p:nvPr/>
        </p:nvCxnSpPr>
        <p:spPr>
          <a:xfrm flipH="1">
            <a:off x="8151120" y="6840"/>
            <a:ext cx="1002960" cy="494640"/>
          </a:xfrm>
          <a:prstGeom prst="straightConnector1">
            <a:avLst/>
          </a:prstGeom>
          <a:ln w="9525">
            <a:solidFill>
              <a:srgbClr val="3D3D3D"/>
            </a:solidFill>
            <a:round/>
          </a:ln>
        </p:spPr>
      </p:cxnSp>
      <p:grpSp>
        <p:nvGrpSpPr>
          <p:cNvPr id="157" name="Google Shape;695;p15"/>
          <p:cNvGrpSpPr/>
          <p:nvPr/>
        </p:nvGrpSpPr>
        <p:grpSpPr>
          <a:xfrm>
            <a:off x="7823880" y="202320"/>
            <a:ext cx="581400" cy="582120"/>
            <a:chOff x="7823880" y="202320"/>
            <a:chExt cx="581400" cy="582120"/>
          </a:xfrm>
        </p:grpSpPr>
        <p:sp>
          <p:nvSpPr>
            <p:cNvPr id="158" name="Google Shape;696;p15"/>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 name="Google Shape;697;p15"/>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 name="Google Shape;698;p15"/>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699;p15"/>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 name="Google Shape;700;p15"/>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701;p15"/>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4" name="Google Shape;702;p15"/>
          <p:cNvGrpSpPr/>
          <p:nvPr/>
        </p:nvGrpSpPr>
        <p:grpSpPr>
          <a:xfrm>
            <a:off x="8698680" y="1117440"/>
            <a:ext cx="291600" cy="292320"/>
            <a:chOff x="8698680" y="1117440"/>
            <a:chExt cx="291600" cy="292320"/>
          </a:xfrm>
        </p:grpSpPr>
        <p:sp>
          <p:nvSpPr>
            <p:cNvPr id="165" name="Google Shape;703;p15"/>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704;p15"/>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 name="Google Shape;705;p15"/>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Google Shape;706;p15"/>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9" name="Google Shape;707;p15"/>
          <p:cNvGrpSpPr/>
          <p:nvPr/>
        </p:nvGrpSpPr>
        <p:grpSpPr>
          <a:xfrm>
            <a:off x="8678520" y="1581840"/>
            <a:ext cx="174600" cy="26640"/>
            <a:chOff x="8678520" y="1581840"/>
            <a:chExt cx="174600" cy="26640"/>
          </a:xfrm>
        </p:grpSpPr>
        <p:sp>
          <p:nvSpPr>
            <p:cNvPr id="170" name="Google Shape;708;p15"/>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 name="Google Shape;709;p15"/>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 name="Google Shape;710;p15"/>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cxnSp>
        <p:nvCxnSpPr>
          <p:cNvPr id="173" name="Google Shape;712;p16"/>
          <p:cNvCxnSpPr/>
          <p:nvPr/>
        </p:nvCxnSpPr>
        <p:spPr>
          <a:xfrm>
            <a:off x="590400" y="4340520"/>
            <a:ext cx="670320" cy="423360"/>
          </a:xfrm>
          <a:prstGeom prst="straightConnector1">
            <a:avLst/>
          </a:prstGeom>
          <a:ln w="9525">
            <a:solidFill>
              <a:srgbClr val="3D3D3D"/>
            </a:solidFill>
            <a:round/>
          </a:ln>
        </p:spPr>
      </p:cxnSp>
      <p:sp>
        <p:nvSpPr>
          <p:cNvPr id="174" name="PlaceHolder 1"/>
          <p:cNvSpPr>
            <a:spLocks noGrp="1"/>
          </p:cNvSpPr>
          <p:nvPr>
            <p:ph type="title"/>
          </p:nvPr>
        </p:nvSpPr>
        <p:spPr>
          <a:xfrm>
            <a:off x="2208240" y="342720"/>
            <a:ext cx="47275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175" name="Google Shape;714;p16"/>
          <p:cNvCxnSpPr/>
          <p:nvPr/>
        </p:nvCxnSpPr>
        <p:spPr>
          <a:xfrm flipV="1">
            <a:off x="0" y="4332240"/>
            <a:ext cx="590760" cy="664560"/>
          </a:xfrm>
          <a:prstGeom prst="straightConnector1">
            <a:avLst/>
          </a:prstGeom>
          <a:ln w="9525">
            <a:solidFill>
              <a:srgbClr val="3D3D3D"/>
            </a:solidFill>
            <a:round/>
          </a:ln>
        </p:spPr>
      </p:cxnSp>
      <p:grpSp>
        <p:nvGrpSpPr>
          <p:cNvPr id="176" name="Google Shape;715;p16"/>
          <p:cNvGrpSpPr/>
          <p:nvPr/>
        </p:nvGrpSpPr>
        <p:grpSpPr>
          <a:xfrm>
            <a:off x="431640" y="4183920"/>
            <a:ext cx="291600" cy="292320"/>
            <a:chOff x="431640" y="4183920"/>
            <a:chExt cx="291600" cy="292320"/>
          </a:xfrm>
        </p:grpSpPr>
        <p:sp>
          <p:nvSpPr>
            <p:cNvPr id="177" name="Google Shape;716;p16"/>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 name="Google Shape;717;p16"/>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 name="Google Shape;718;p16"/>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 name="Google Shape;719;p16"/>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81" name="Google Shape;720;p16"/>
          <p:cNvGrpSpPr/>
          <p:nvPr/>
        </p:nvGrpSpPr>
        <p:grpSpPr>
          <a:xfrm>
            <a:off x="1075320" y="4604760"/>
            <a:ext cx="292680" cy="293040"/>
            <a:chOff x="1075320" y="4604760"/>
            <a:chExt cx="292680" cy="293040"/>
          </a:xfrm>
        </p:grpSpPr>
        <p:sp>
          <p:nvSpPr>
            <p:cNvPr id="182" name="Google Shape;721;p16"/>
            <p:cNvSpPr/>
            <p:nvPr/>
          </p:nvSpPr>
          <p:spPr>
            <a:xfrm flipH="1">
              <a:off x="1077480" y="46072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722;p16"/>
            <p:cNvSpPr/>
            <p:nvPr/>
          </p:nvSpPr>
          <p:spPr>
            <a:xfrm flipH="1">
              <a:off x="1074960" y="46047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 name="Google Shape;723;p16"/>
            <p:cNvSpPr/>
            <p:nvPr/>
          </p:nvSpPr>
          <p:spPr>
            <a:xfrm flipH="1">
              <a:off x="1114560" y="46436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724;p16"/>
            <p:cNvSpPr/>
            <p:nvPr/>
          </p:nvSpPr>
          <p:spPr>
            <a:xfrm flipH="1">
              <a:off x="1112400" y="46411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 name="Google Shape;725;p16"/>
            <p:cNvSpPr/>
            <p:nvPr/>
          </p:nvSpPr>
          <p:spPr>
            <a:xfrm flipH="1">
              <a:off x="1153800" y="46832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726;p16"/>
            <p:cNvSpPr/>
            <p:nvPr/>
          </p:nvSpPr>
          <p:spPr>
            <a:xfrm flipH="1">
              <a:off x="1151280" y="46810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88" name="Google Shape;727;p16"/>
          <p:cNvCxnSpPr/>
          <p:nvPr/>
        </p:nvCxnSpPr>
        <p:spPr>
          <a:xfrm flipH="1" flipV="1">
            <a:off x="7196760" y="294840"/>
            <a:ext cx="1157400" cy="543240"/>
          </a:xfrm>
          <a:prstGeom prst="straightConnector1">
            <a:avLst/>
          </a:prstGeom>
          <a:ln w="9525">
            <a:solidFill>
              <a:srgbClr val="3D3D3D"/>
            </a:solidFill>
            <a:round/>
          </a:ln>
        </p:spPr>
      </p:cxnSp>
      <p:cxnSp>
        <p:nvCxnSpPr>
          <p:cNvPr id="189" name="Google Shape;728;p16"/>
          <p:cNvCxnSpPr/>
          <p:nvPr/>
        </p:nvCxnSpPr>
        <p:spPr>
          <a:xfrm flipH="1">
            <a:off x="8353800" y="-6480"/>
            <a:ext cx="792000" cy="836280"/>
          </a:xfrm>
          <a:prstGeom prst="straightConnector1">
            <a:avLst/>
          </a:prstGeom>
          <a:ln w="9525">
            <a:solidFill>
              <a:srgbClr val="3D3D3D"/>
            </a:solidFill>
            <a:round/>
          </a:ln>
        </p:spPr>
      </p:cxnSp>
      <p:grpSp>
        <p:nvGrpSpPr>
          <p:cNvPr id="190" name="Google Shape;729;p16"/>
          <p:cNvGrpSpPr/>
          <p:nvPr/>
        </p:nvGrpSpPr>
        <p:grpSpPr>
          <a:xfrm>
            <a:off x="8064360" y="527040"/>
            <a:ext cx="581400" cy="582120"/>
            <a:chOff x="8064360" y="527040"/>
            <a:chExt cx="581400" cy="582120"/>
          </a:xfrm>
        </p:grpSpPr>
        <p:sp>
          <p:nvSpPr>
            <p:cNvPr id="191" name="Google Shape;730;p16"/>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 name="Google Shape;731;p16"/>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3" name="Google Shape;732;p16"/>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733;p16"/>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5" name="Google Shape;734;p16"/>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6" name="Google Shape;735;p16"/>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97" name="Google Shape;736;p16"/>
          <p:cNvGrpSpPr/>
          <p:nvPr/>
        </p:nvGrpSpPr>
        <p:grpSpPr>
          <a:xfrm>
            <a:off x="7034040" y="171000"/>
            <a:ext cx="291600" cy="292320"/>
            <a:chOff x="7034040" y="171000"/>
            <a:chExt cx="291600" cy="292320"/>
          </a:xfrm>
        </p:grpSpPr>
        <p:sp>
          <p:nvSpPr>
            <p:cNvPr id="198" name="Google Shape;737;p16"/>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738;p16"/>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0" name="Google Shape;739;p16"/>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740;p16"/>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2" name="Google Shape;741;p16"/>
          <p:cNvGrpSpPr/>
          <p:nvPr/>
        </p:nvGrpSpPr>
        <p:grpSpPr>
          <a:xfrm>
            <a:off x="8758080" y="229680"/>
            <a:ext cx="174600" cy="174600"/>
            <a:chOff x="8758080" y="229680"/>
            <a:chExt cx="174600" cy="174600"/>
          </a:xfrm>
        </p:grpSpPr>
        <p:sp>
          <p:nvSpPr>
            <p:cNvPr id="203" name="Google Shape;742;p16"/>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743;p16"/>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5" name="Google Shape;744;p16"/>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Google Shape;745;p16"/>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07" name="Google Shape;746;p16"/>
          <p:cNvGrpSpPr/>
          <p:nvPr/>
        </p:nvGrpSpPr>
        <p:grpSpPr>
          <a:xfrm>
            <a:off x="8489880" y="171000"/>
            <a:ext cx="174960" cy="26640"/>
            <a:chOff x="8489880" y="171000"/>
            <a:chExt cx="174960" cy="26640"/>
          </a:xfrm>
        </p:grpSpPr>
        <p:sp>
          <p:nvSpPr>
            <p:cNvPr id="208" name="Google Shape;747;p16"/>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09" name="Google Shape;748;p16"/>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0" name="Google Shape;749;p16"/>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11" name="Google Shape;750;p16"/>
          <p:cNvGrpSpPr/>
          <p:nvPr/>
        </p:nvGrpSpPr>
        <p:grpSpPr>
          <a:xfrm>
            <a:off x="7916400" y="1124640"/>
            <a:ext cx="174600" cy="26640"/>
            <a:chOff x="7916400" y="1124640"/>
            <a:chExt cx="174600" cy="26640"/>
          </a:xfrm>
        </p:grpSpPr>
        <p:sp>
          <p:nvSpPr>
            <p:cNvPr id="212" name="Google Shape;751;p16"/>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3" name="Google Shape;752;p16"/>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14" name="Google Shape;753;p16"/>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3090600" y="338400"/>
            <a:ext cx="296244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16" name="Google Shape;774;p17"/>
          <p:cNvCxnSpPr/>
          <p:nvPr/>
        </p:nvCxnSpPr>
        <p:spPr>
          <a:xfrm>
            <a:off x="2904120" y="4512960"/>
            <a:ext cx="1133280" cy="306720"/>
          </a:xfrm>
          <a:prstGeom prst="straightConnector1">
            <a:avLst/>
          </a:prstGeom>
          <a:ln w="9525">
            <a:solidFill>
              <a:srgbClr val="3D3D3D"/>
            </a:solidFill>
            <a:round/>
          </a:ln>
        </p:spPr>
      </p:cxnSp>
      <p:cxnSp>
        <p:nvCxnSpPr>
          <p:cNvPr id="217" name="Google Shape;775;p17"/>
          <p:cNvCxnSpPr/>
          <p:nvPr/>
        </p:nvCxnSpPr>
        <p:spPr>
          <a:xfrm flipV="1">
            <a:off x="1562040" y="4492080"/>
            <a:ext cx="1342440" cy="315720"/>
          </a:xfrm>
          <a:prstGeom prst="straightConnector1">
            <a:avLst/>
          </a:prstGeom>
          <a:ln w="9525">
            <a:solidFill>
              <a:srgbClr val="3D3D3D"/>
            </a:solidFill>
            <a:round/>
          </a:ln>
        </p:spPr>
      </p:cxnSp>
      <p:cxnSp>
        <p:nvCxnSpPr>
          <p:cNvPr id="218" name="Google Shape;776;p17"/>
          <p:cNvCxnSpPr/>
          <p:nvPr/>
        </p:nvCxnSpPr>
        <p:spPr>
          <a:xfrm>
            <a:off x="259200" y="4407840"/>
            <a:ext cx="1332360" cy="392400"/>
          </a:xfrm>
          <a:prstGeom prst="straightConnector1">
            <a:avLst/>
          </a:prstGeom>
          <a:ln w="9525">
            <a:solidFill>
              <a:srgbClr val="3D3D3D"/>
            </a:solidFill>
            <a:round/>
          </a:ln>
        </p:spPr>
      </p:cxnSp>
      <p:cxnSp>
        <p:nvCxnSpPr>
          <p:cNvPr id="219" name="Google Shape;777;p17"/>
          <p:cNvCxnSpPr/>
          <p:nvPr/>
        </p:nvCxnSpPr>
        <p:spPr>
          <a:xfrm>
            <a:off x="-6840" y="3993480"/>
            <a:ext cx="273960" cy="407520"/>
          </a:xfrm>
          <a:prstGeom prst="straightConnector1">
            <a:avLst/>
          </a:prstGeom>
          <a:ln w="9525">
            <a:solidFill>
              <a:srgbClr val="3D3D3D"/>
            </a:solidFill>
            <a:round/>
          </a:ln>
        </p:spPr>
      </p:cxnSp>
      <p:grpSp>
        <p:nvGrpSpPr>
          <p:cNvPr id="220" name="Google Shape;778;p17"/>
          <p:cNvGrpSpPr/>
          <p:nvPr/>
        </p:nvGrpSpPr>
        <p:grpSpPr>
          <a:xfrm>
            <a:off x="1278000" y="4512960"/>
            <a:ext cx="581400" cy="582120"/>
            <a:chOff x="1278000" y="4512960"/>
            <a:chExt cx="581400" cy="582120"/>
          </a:xfrm>
        </p:grpSpPr>
        <p:sp>
          <p:nvSpPr>
            <p:cNvPr id="221" name="Google Shape;779;p17"/>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2" name="Google Shape;780;p17"/>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3" name="Google Shape;781;p17"/>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4" name="Google Shape;782;p17"/>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25" name="Google Shape;783;p17"/>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6" name="Google Shape;784;p17"/>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27" name="Google Shape;785;p17"/>
          <p:cNvGrpSpPr/>
          <p:nvPr/>
        </p:nvGrpSpPr>
        <p:grpSpPr>
          <a:xfrm>
            <a:off x="2747520" y="4340520"/>
            <a:ext cx="291600" cy="292320"/>
            <a:chOff x="2747520" y="4340520"/>
            <a:chExt cx="291600" cy="292320"/>
          </a:xfrm>
        </p:grpSpPr>
        <p:sp>
          <p:nvSpPr>
            <p:cNvPr id="228" name="Google Shape;786;p17"/>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787;p17"/>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0" name="Google Shape;788;p17"/>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789;p17"/>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2" name="Google Shape;790;p17"/>
          <p:cNvGrpSpPr/>
          <p:nvPr/>
        </p:nvGrpSpPr>
        <p:grpSpPr>
          <a:xfrm>
            <a:off x="171000" y="4314960"/>
            <a:ext cx="174600" cy="174600"/>
            <a:chOff x="171000" y="4314960"/>
            <a:chExt cx="174600" cy="174600"/>
          </a:xfrm>
        </p:grpSpPr>
        <p:sp>
          <p:nvSpPr>
            <p:cNvPr id="233" name="Google Shape;791;p17"/>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4" name="Google Shape;792;p17"/>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35" name="Google Shape;793;p17"/>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6" name="Google Shape;794;p17"/>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37" name="Google Shape;795;p17"/>
          <p:cNvGrpSpPr/>
          <p:nvPr/>
        </p:nvGrpSpPr>
        <p:grpSpPr>
          <a:xfrm>
            <a:off x="3872880" y="4657680"/>
            <a:ext cx="292680" cy="293040"/>
            <a:chOff x="3872880" y="4657680"/>
            <a:chExt cx="292680" cy="293040"/>
          </a:xfrm>
        </p:grpSpPr>
        <p:sp>
          <p:nvSpPr>
            <p:cNvPr id="238" name="Google Shape;796;p17"/>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9" name="Google Shape;797;p17"/>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0" name="Google Shape;798;p17"/>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1" name="Google Shape;799;p17"/>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2" name="Google Shape;800;p17"/>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43" name="Google Shape;801;p17"/>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44" name="Google Shape;802;p17"/>
          <p:cNvGrpSpPr/>
          <p:nvPr/>
        </p:nvGrpSpPr>
        <p:grpSpPr>
          <a:xfrm>
            <a:off x="242280" y="4142520"/>
            <a:ext cx="174600" cy="26640"/>
            <a:chOff x="242280" y="4142520"/>
            <a:chExt cx="174600" cy="26640"/>
          </a:xfrm>
        </p:grpSpPr>
        <p:sp>
          <p:nvSpPr>
            <p:cNvPr id="245" name="Google Shape;803;p17"/>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6" name="Google Shape;804;p17"/>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47" name="Google Shape;805;p17"/>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248" name="Google Shape;806;p17"/>
          <p:cNvCxnSpPr/>
          <p:nvPr/>
        </p:nvCxnSpPr>
        <p:spPr>
          <a:xfrm flipH="1" flipV="1">
            <a:off x="5994720" y="226440"/>
            <a:ext cx="1505160" cy="225000"/>
          </a:xfrm>
          <a:prstGeom prst="straightConnector1">
            <a:avLst/>
          </a:prstGeom>
          <a:ln w="9525">
            <a:solidFill>
              <a:srgbClr val="3D3D3D"/>
            </a:solidFill>
            <a:round/>
          </a:ln>
        </p:spPr>
      </p:cxnSp>
      <p:cxnSp>
        <p:nvCxnSpPr>
          <p:cNvPr id="249" name="Google Shape;807;p17"/>
          <p:cNvCxnSpPr/>
          <p:nvPr/>
        </p:nvCxnSpPr>
        <p:spPr>
          <a:xfrm flipH="1" flipV="1">
            <a:off x="7512840" y="457560"/>
            <a:ext cx="829800" cy="743760"/>
          </a:xfrm>
          <a:prstGeom prst="straightConnector1">
            <a:avLst/>
          </a:prstGeom>
          <a:ln w="9525">
            <a:solidFill>
              <a:srgbClr val="3D3D3D"/>
            </a:solidFill>
            <a:round/>
          </a:ln>
        </p:spPr>
      </p:cxnSp>
      <p:cxnSp>
        <p:nvCxnSpPr>
          <p:cNvPr id="250" name="Google Shape;808;p17"/>
          <p:cNvCxnSpPr/>
          <p:nvPr/>
        </p:nvCxnSpPr>
        <p:spPr>
          <a:xfrm flipH="1">
            <a:off x="8348760" y="-6480"/>
            <a:ext cx="797040" cy="1188000"/>
          </a:xfrm>
          <a:prstGeom prst="straightConnector1">
            <a:avLst/>
          </a:prstGeom>
          <a:ln w="9525">
            <a:solidFill>
              <a:srgbClr val="3D3D3D"/>
            </a:solidFill>
            <a:round/>
          </a:ln>
        </p:spPr>
      </p:cxnSp>
      <p:grpSp>
        <p:nvGrpSpPr>
          <p:cNvPr id="251" name="Google Shape;809;p17"/>
          <p:cNvGrpSpPr/>
          <p:nvPr/>
        </p:nvGrpSpPr>
        <p:grpSpPr>
          <a:xfrm>
            <a:off x="8064360" y="1040400"/>
            <a:ext cx="581400" cy="582120"/>
            <a:chOff x="8064360" y="1040400"/>
            <a:chExt cx="581400" cy="582120"/>
          </a:xfrm>
        </p:grpSpPr>
        <p:sp>
          <p:nvSpPr>
            <p:cNvPr id="252" name="Google Shape;810;p17"/>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3" name="Google Shape;811;p17"/>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4" name="Google Shape;812;p17"/>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5" name="Google Shape;813;p17"/>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56" name="Google Shape;814;p17"/>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7" name="Google Shape;815;p17"/>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58" name="Google Shape;816;p17"/>
          <p:cNvGrpSpPr/>
          <p:nvPr/>
        </p:nvGrpSpPr>
        <p:grpSpPr>
          <a:xfrm>
            <a:off x="7353000" y="316440"/>
            <a:ext cx="291600" cy="292320"/>
            <a:chOff x="7353000" y="316440"/>
            <a:chExt cx="291600" cy="292320"/>
          </a:xfrm>
        </p:grpSpPr>
        <p:sp>
          <p:nvSpPr>
            <p:cNvPr id="259" name="Google Shape;817;p17"/>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0" name="Google Shape;818;p17"/>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1" name="Google Shape;819;p17"/>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2" name="Google Shape;820;p17"/>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63" name="Google Shape;821;p17"/>
          <p:cNvGrpSpPr/>
          <p:nvPr/>
        </p:nvGrpSpPr>
        <p:grpSpPr>
          <a:xfrm>
            <a:off x="8792280" y="321120"/>
            <a:ext cx="174600" cy="174600"/>
            <a:chOff x="8792280" y="321120"/>
            <a:chExt cx="174600" cy="174600"/>
          </a:xfrm>
        </p:grpSpPr>
        <p:sp>
          <p:nvSpPr>
            <p:cNvPr id="264" name="Google Shape;822;p17"/>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5" name="Google Shape;823;p17"/>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66" name="Google Shape;824;p17"/>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7" name="Google Shape;825;p17"/>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268" name="Google Shape;826;p17"/>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9" name="Google Shape;827;p17"/>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0" name="Google Shape;828;p17"/>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1" name="Google Shape;829;p17"/>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2" name="Google Shape;830;p17"/>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73" name="Google Shape;831;p17"/>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274" name="Google Shape;832;p17"/>
          <p:cNvGrpSpPr/>
          <p:nvPr/>
        </p:nvGrpSpPr>
        <p:grpSpPr>
          <a:xfrm>
            <a:off x="8489880" y="171000"/>
            <a:ext cx="174960" cy="26640"/>
            <a:chOff x="8489880" y="171000"/>
            <a:chExt cx="174960" cy="26640"/>
          </a:xfrm>
        </p:grpSpPr>
        <p:sp>
          <p:nvSpPr>
            <p:cNvPr id="275" name="Google Shape;833;p17"/>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6" name="Google Shape;834;p17"/>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77" name="Google Shape;835;p17"/>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78" name="Google Shape;836;p17"/>
          <p:cNvGrpSpPr/>
          <p:nvPr/>
        </p:nvGrpSpPr>
        <p:grpSpPr>
          <a:xfrm>
            <a:off x="8678520" y="1658160"/>
            <a:ext cx="174600" cy="26640"/>
            <a:chOff x="8678520" y="1658160"/>
            <a:chExt cx="174600" cy="26640"/>
          </a:xfrm>
        </p:grpSpPr>
        <p:sp>
          <p:nvSpPr>
            <p:cNvPr id="279" name="Google Shape;837;p17"/>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0" name="Google Shape;838;p17"/>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1" name="Google Shape;839;p17"/>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282" name="PlaceHolder 1"/>
          <p:cNvSpPr>
            <a:spLocks noGrp="1"/>
          </p:cNvSpPr>
          <p:nvPr>
            <p:ph type="title"/>
          </p:nvPr>
        </p:nvSpPr>
        <p:spPr>
          <a:xfrm>
            <a:off x="1271160" y="338400"/>
            <a:ext cx="6610680" cy="54828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cxnSp>
        <p:nvCxnSpPr>
          <p:cNvPr id="283" name="Google Shape;843;p18"/>
          <p:cNvCxnSpPr/>
          <p:nvPr/>
        </p:nvCxnSpPr>
        <p:spPr>
          <a:xfrm flipH="1" flipV="1">
            <a:off x="8109000" y="501120"/>
            <a:ext cx="738000" cy="738000"/>
          </a:xfrm>
          <a:prstGeom prst="straightConnector1">
            <a:avLst/>
          </a:prstGeom>
          <a:ln w="9525">
            <a:solidFill>
              <a:srgbClr val="3D3D3D"/>
            </a:solidFill>
            <a:round/>
          </a:ln>
        </p:spPr>
      </p:cxnSp>
      <p:cxnSp>
        <p:nvCxnSpPr>
          <p:cNvPr id="284" name="Google Shape;844;p18"/>
          <p:cNvCxnSpPr/>
          <p:nvPr/>
        </p:nvCxnSpPr>
        <p:spPr>
          <a:xfrm>
            <a:off x="582120" y="281880"/>
            <a:ext cx="1213560" cy="423360"/>
          </a:xfrm>
          <a:prstGeom prst="straightConnector1">
            <a:avLst/>
          </a:prstGeom>
          <a:ln w="9525">
            <a:solidFill>
              <a:srgbClr val="3D3D3D"/>
            </a:solidFill>
            <a:round/>
          </a:ln>
        </p:spPr>
      </p:cxnSp>
      <p:cxnSp>
        <p:nvCxnSpPr>
          <p:cNvPr id="285" name="Google Shape;845;p18"/>
          <p:cNvCxnSpPr/>
          <p:nvPr/>
        </p:nvCxnSpPr>
        <p:spPr>
          <a:xfrm flipV="1">
            <a:off x="0" y="273960"/>
            <a:ext cx="582840" cy="654840"/>
          </a:xfrm>
          <a:prstGeom prst="straightConnector1">
            <a:avLst/>
          </a:prstGeom>
          <a:ln w="9525">
            <a:solidFill>
              <a:srgbClr val="3D3D3D"/>
            </a:solidFill>
            <a:round/>
          </a:ln>
        </p:spPr>
      </p:cxnSp>
      <p:grpSp>
        <p:nvGrpSpPr>
          <p:cNvPr id="286" name="Google Shape;846;p18"/>
          <p:cNvGrpSpPr/>
          <p:nvPr/>
        </p:nvGrpSpPr>
        <p:grpSpPr>
          <a:xfrm>
            <a:off x="423720" y="125280"/>
            <a:ext cx="291600" cy="292320"/>
            <a:chOff x="423720" y="125280"/>
            <a:chExt cx="291600" cy="292320"/>
          </a:xfrm>
        </p:grpSpPr>
        <p:sp>
          <p:nvSpPr>
            <p:cNvPr id="287" name="Google Shape;847;p18"/>
            <p:cNvSpPr/>
            <p:nvPr/>
          </p:nvSpPr>
          <p:spPr>
            <a:xfrm flipH="1">
              <a:off x="428040" y="1303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88" name="Google Shape;848;p18"/>
            <p:cNvSpPr/>
            <p:nvPr/>
          </p:nvSpPr>
          <p:spPr>
            <a:xfrm flipH="1">
              <a:off x="423720" y="1252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89" name="Google Shape;849;p18"/>
            <p:cNvSpPr/>
            <p:nvPr/>
          </p:nvSpPr>
          <p:spPr>
            <a:xfrm flipH="1">
              <a:off x="489960" y="1922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0" name="Google Shape;850;p18"/>
            <p:cNvSpPr/>
            <p:nvPr/>
          </p:nvSpPr>
          <p:spPr>
            <a:xfrm flipH="1">
              <a:off x="484920" y="1879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1" name="Google Shape;851;p18"/>
          <p:cNvGrpSpPr/>
          <p:nvPr/>
        </p:nvGrpSpPr>
        <p:grpSpPr>
          <a:xfrm>
            <a:off x="1638360" y="558000"/>
            <a:ext cx="292680" cy="293040"/>
            <a:chOff x="1638360" y="558000"/>
            <a:chExt cx="292680" cy="293040"/>
          </a:xfrm>
        </p:grpSpPr>
        <p:sp>
          <p:nvSpPr>
            <p:cNvPr id="292" name="Google Shape;852;p18"/>
            <p:cNvSpPr/>
            <p:nvPr/>
          </p:nvSpPr>
          <p:spPr>
            <a:xfrm flipH="1">
              <a:off x="1640160" y="560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3" name="Google Shape;853;p18"/>
            <p:cNvSpPr/>
            <p:nvPr/>
          </p:nvSpPr>
          <p:spPr>
            <a:xfrm flipH="1">
              <a:off x="1638000" y="558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4" name="Google Shape;854;p18"/>
            <p:cNvSpPr/>
            <p:nvPr/>
          </p:nvSpPr>
          <p:spPr>
            <a:xfrm flipH="1">
              <a:off x="1677600" y="597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5" name="Google Shape;855;p18"/>
            <p:cNvSpPr/>
            <p:nvPr/>
          </p:nvSpPr>
          <p:spPr>
            <a:xfrm flipH="1">
              <a:off x="1675080" y="594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296" name="Google Shape;856;p18"/>
            <p:cNvSpPr/>
            <p:nvPr/>
          </p:nvSpPr>
          <p:spPr>
            <a:xfrm flipH="1">
              <a:off x="1716480" y="636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97" name="Google Shape;857;p18"/>
            <p:cNvSpPr/>
            <p:nvPr/>
          </p:nvSpPr>
          <p:spPr>
            <a:xfrm flipH="1">
              <a:off x="1713960" y="63468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298" name="Google Shape;858;p18"/>
          <p:cNvGrpSpPr/>
          <p:nvPr/>
        </p:nvGrpSpPr>
        <p:grpSpPr>
          <a:xfrm>
            <a:off x="1591920" y="362520"/>
            <a:ext cx="174600" cy="26640"/>
            <a:chOff x="1591920" y="362520"/>
            <a:chExt cx="174600" cy="26640"/>
          </a:xfrm>
        </p:grpSpPr>
        <p:sp>
          <p:nvSpPr>
            <p:cNvPr id="299" name="Google Shape;859;p18"/>
            <p:cNvSpPr/>
            <p:nvPr/>
          </p:nvSpPr>
          <p:spPr>
            <a:xfrm>
              <a:off x="15919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0" name="Google Shape;860;p18"/>
            <p:cNvSpPr/>
            <p:nvPr/>
          </p:nvSpPr>
          <p:spPr>
            <a:xfrm>
              <a:off x="166572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1" name="Google Shape;861;p18"/>
            <p:cNvSpPr/>
            <p:nvPr/>
          </p:nvSpPr>
          <p:spPr>
            <a:xfrm>
              <a:off x="1739880" y="36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02" name="Google Shape;862;p18"/>
          <p:cNvCxnSpPr/>
          <p:nvPr/>
        </p:nvCxnSpPr>
        <p:spPr>
          <a:xfrm flipH="1">
            <a:off x="8151120" y="6840"/>
            <a:ext cx="1002960" cy="494640"/>
          </a:xfrm>
          <a:prstGeom prst="straightConnector1">
            <a:avLst/>
          </a:prstGeom>
          <a:ln w="9525">
            <a:solidFill>
              <a:srgbClr val="3D3D3D"/>
            </a:solidFill>
            <a:round/>
          </a:ln>
        </p:spPr>
      </p:cxnSp>
      <p:grpSp>
        <p:nvGrpSpPr>
          <p:cNvPr id="303" name="Google Shape;863;p18"/>
          <p:cNvGrpSpPr/>
          <p:nvPr/>
        </p:nvGrpSpPr>
        <p:grpSpPr>
          <a:xfrm>
            <a:off x="7823880" y="202320"/>
            <a:ext cx="581400" cy="582120"/>
            <a:chOff x="7823880" y="202320"/>
            <a:chExt cx="581400" cy="582120"/>
          </a:xfrm>
        </p:grpSpPr>
        <p:sp>
          <p:nvSpPr>
            <p:cNvPr id="304" name="Google Shape;864;p18"/>
            <p:cNvSpPr/>
            <p:nvPr/>
          </p:nvSpPr>
          <p:spPr>
            <a:xfrm>
              <a:off x="7828200" y="20736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5" name="Google Shape;865;p18"/>
            <p:cNvSpPr/>
            <p:nvPr/>
          </p:nvSpPr>
          <p:spPr>
            <a:xfrm>
              <a:off x="7823880" y="20232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6" name="Google Shape;866;p18"/>
            <p:cNvSpPr/>
            <p:nvPr/>
          </p:nvSpPr>
          <p:spPr>
            <a:xfrm>
              <a:off x="7900920" y="27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7" name="Google Shape;867;p18"/>
            <p:cNvSpPr/>
            <p:nvPr/>
          </p:nvSpPr>
          <p:spPr>
            <a:xfrm>
              <a:off x="7896240" y="27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08" name="Google Shape;868;p18"/>
            <p:cNvSpPr/>
            <p:nvPr/>
          </p:nvSpPr>
          <p:spPr>
            <a:xfrm>
              <a:off x="7979400" y="3585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09" name="Google Shape;869;p18"/>
            <p:cNvSpPr/>
            <p:nvPr/>
          </p:nvSpPr>
          <p:spPr>
            <a:xfrm>
              <a:off x="7975080" y="35388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0" name="Google Shape;870;p18"/>
          <p:cNvGrpSpPr/>
          <p:nvPr/>
        </p:nvGrpSpPr>
        <p:grpSpPr>
          <a:xfrm>
            <a:off x="8698680" y="1117440"/>
            <a:ext cx="291600" cy="292320"/>
            <a:chOff x="8698680" y="1117440"/>
            <a:chExt cx="291600" cy="292320"/>
          </a:xfrm>
        </p:grpSpPr>
        <p:sp>
          <p:nvSpPr>
            <p:cNvPr id="311" name="Google Shape;871;p18"/>
            <p:cNvSpPr/>
            <p:nvPr/>
          </p:nvSpPr>
          <p:spPr>
            <a:xfrm flipH="1">
              <a:off x="8703000" y="112248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2" name="Google Shape;872;p18"/>
            <p:cNvSpPr/>
            <p:nvPr/>
          </p:nvSpPr>
          <p:spPr>
            <a:xfrm flipH="1">
              <a:off x="8698680" y="111744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3" name="Google Shape;873;p18"/>
            <p:cNvSpPr/>
            <p:nvPr/>
          </p:nvSpPr>
          <p:spPr>
            <a:xfrm flipH="1">
              <a:off x="8764920" y="118440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14" name="Google Shape;874;p18"/>
            <p:cNvSpPr/>
            <p:nvPr/>
          </p:nvSpPr>
          <p:spPr>
            <a:xfrm flipH="1">
              <a:off x="8759880" y="117972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15" name="Google Shape;875;p18"/>
          <p:cNvGrpSpPr/>
          <p:nvPr/>
        </p:nvGrpSpPr>
        <p:grpSpPr>
          <a:xfrm>
            <a:off x="8678520" y="1581840"/>
            <a:ext cx="174600" cy="26640"/>
            <a:chOff x="8678520" y="1581840"/>
            <a:chExt cx="174600" cy="26640"/>
          </a:xfrm>
        </p:grpSpPr>
        <p:sp>
          <p:nvSpPr>
            <p:cNvPr id="316" name="Google Shape;876;p18"/>
            <p:cNvSpPr/>
            <p:nvPr/>
          </p:nvSpPr>
          <p:spPr>
            <a:xfrm>
              <a:off x="86785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7" name="Google Shape;877;p18"/>
            <p:cNvSpPr/>
            <p:nvPr/>
          </p:nvSpPr>
          <p:spPr>
            <a:xfrm>
              <a:off x="875232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18" name="Google Shape;878;p18"/>
            <p:cNvSpPr/>
            <p:nvPr/>
          </p:nvSpPr>
          <p:spPr>
            <a:xfrm>
              <a:off x="8826480" y="15818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319" name="Google Shape;879;p18"/>
          <p:cNvCxnSpPr/>
          <p:nvPr/>
        </p:nvCxnSpPr>
        <p:spPr>
          <a:xfrm flipH="1">
            <a:off x="5101560" y="4512960"/>
            <a:ext cx="1133280" cy="306720"/>
          </a:xfrm>
          <a:prstGeom prst="straightConnector1">
            <a:avLst/>
          </a:prstGeom>
          <a:ln w="9525">
            <a:solidFill>
              <a:srgbClr val="494949"/>
            </a:solidFill>
            <a:round/>
          </a:ln>
        </p:spPr>
      </p:cxnSp>
      <p:cxnSp>
        <p:nvCxnSpPr>
          <p:cNvPr id="320" name="Google Shape;880;p18"/>
          <p:cNvCxnSpPr/>
          <p:nvPr/>
        </p:nvCxnSpPr>
        <p:spPr>
          <a:xfrm flipH="1" flipV="1">
            <a:off x="6234480" y="4492080"/>
            <a:ext cx="1342800" cy="315720"/>
          </a:xfrm>
          <a:prstGeom prst="straightConnector1">
            <a:avLst/>
          </a:prstGeom>
          <a:ln w="9525">
            <a:solidFill>
              <a:srgbClr val="494949"/>
            </a:solidFill>
            <a:round/>
          </a:ln>
        </p:spPr>
      </p:cxnSp>
      <p:cxnSp>
        <p:nvCxnSpPr>
          <p:cNvPr id="321" name="Google Shape;881;p18"/>
          <p:cNvCxnSpPr/>
          <p:nvPr/>
        </p:nvCxnSpPr>
        <p:spPr>
          <a:xfrm flipH="1">
            <a:off x="7547400" y="4407840"/>
            <a:ext cx="1332360" cy="392400"/>
          </a:xfrm>
          <a:prstGeom prst="straightConnector1">
            <a:avLst/>
          </a:prstGeom>
          <a:ln w="9525">
            <a:solidFill>
              <a:srgbClr val="494949"/>
            </a:solidFill>
            <a:round/>
          </a:ln>
        </p:spPr>
      </p:cxnSp>
      <p:cxnSp>
        <p:nvCxnSpPr>
          <p:cNvPr id="322" name="Google Shape;882;p18"/>
          <p:cNvCxnSpPr/>
          <p:nvPr/>
        </p:nvCxnSpPr>
        <p:spPr>
          <a:xfrm flipH="1">
            <a:off x="8871840" y="3993480"/>
            <a:ext cx="274320" cy="407520"/>
          </a:xfrm>
          <a:prstGeom prst="straightConnector1">
            <a:avLst/>
          </a:prstGeom>
          <a:ln w="9525">
            <a:solidFill>
              <a:srgbClr val="494949"/>
            </a:solidFill>
            <a:round/>
          </a:ln>
        </p:spPr>
      </p:cxnSp>
      <p:grpSp>
        <p:nvGrpSpPr>
          <p:cNvPr id="323" name="Google Shape;883;p18"/>
          <p:cNvGrpSpPr/>
          <p:nvPr/>
        </p:nvGrpSpPr>
        <p:grpSpPr>
          <a:xfrm>
            <a:off x="7278840" y="4512960"/>
            <a:ext cx="581400" cy="582120"/>
            <a:chOff x="7278840" y="4512960"/>
            <a:chExt cx="581400" cy="582120"/>
          </a:xfrm>
        </p:grpSpPr>
        <p:sp>
          <p:nvSpPr>
            <p:cNvPr id="324" name="Google Shape;884;p18"/>
            <p:cNvSpPr/>
            <p:nvPr/>
          </p:nvSpPr>
          <p:spPr>
            <a:xfrm>
              <a:off x="7283520" y="4518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5" name="Google Shape;885;p18"/>
            <p:cNvSpPr/>
            <p:nvPr/>
          </p:nvSpPr>
          <p:spPr>
            <a:xfrm>
              <a:off x="7278840" y="4512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6" name="Google Shape;886;p18"/>
            <p:cNvSpPr/>
            <p:nvPr/>
          </p:nvSpPr>
          <p:spPr>
            <a:xfrm>
              <a:off x="7355880" y="4590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7" name="Google Shape;887;p18"/>
            <p:cNvSpPr/>
            <p:nvPr/>
          </p:nvSpPr>
          <p:spPr>
            <a:xfrm>
              <a:off x="7351560" y="4585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28" name="Google Shape;888;p18"/>
            <p:cNvSpPr/>
            <p:nvPr/>
          </p:nvSpPr>
          <p:spPr>
            <a:xfrm>
              <a:off x="7434360" y="4669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29" name="Google Shape;889;p18"/>
            <p:cNvSpPr/>
            <p:nvPr/>
          </p:nvSpPr>
          <p:spPr>
            <a:xfrm>
              <a:off x="7430040" y="4664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0" name="Google Shape;890;p18"/>
          <p:cNvGrpSpPr/>
          <p:nvPr/>
        </p:nvGrpSpPr>
        <p:grpSpPr>
          <a:xfrm>
            <a:off x="6099480" y="4340520"/>
            <a:ext cx="291600" cy="292320"/>
            <a:chOff x="6099480" y="4340520"/>
            <a:chExt cx="291600" cy="292320"/>
          </a:xfrm>
        </p:grpSpPr>
        <p:sp>
          <p:nvSpPr>
            <p:cNvPr id="331" name="Google Shape;891;p18"/>
            <p:cNvSpPr/>
            <p:nvPr/>
          </p:nvSpPr>
          <p:spPr>
            <a:xfrm>
              <a:off x="6104520" y="43455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2" name="Google Shape;892;p18"/>
            <p:cNvSpPr/>
            <p:nvPr/>
          </p:nvSpPr>
          <p:spPr>
            <a:xfrm>
              <a:off x="6099480" y="43405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3" name="Google Shape;893;p18"/>
            <p:cNvSpPr/>
            <p:nvPr/>
          </p:nvSpPr>
          <p:spPr>
            <a:xfrm>
              <a:off x="6166440" y="44074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4" name="Google Shape;894;p18"/>
            <p:cNvSpPr/>
            <p:nvPr/>
          </p:nvSpPr>
          <p:spPr>
            <a:xfrm>
              <a:off x="6161760" y="44028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35" name="Google Shape;895;p18"/>
          <p:cNvGrpSpPr/>
          <p:nvPr/>
        </p:nvGrpSpPr>
        <p:grpSpPr>
          <a:xfrm>
            <a:off x="8792640" y="4314960"/>
            <a:ext cx="174600" cy="174600"/>
            <a:chOff x="8792640" y="4314960"/>
            <a:chExt cx="174600" cy="174600"/>
          </a:xfrm>
        </p:grpSpPr>
        <p:sp>
          <p:nvSpPr>
            <p:cNvPr id="336" name="Google Shape;896;p18"/>
            <p:cNvSpPr/>
            <p:nvPr/>
          </p:nvSpPr>
          <p:spPr>
            <a:xfrm>
              <a:off x="8797320" y="432000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7" name="Google Shape;897;p18"/>
            <p:cNvSpPr/>
            <p:nvPr/>
          </p:nvSpPr>
          <p:spPr>
            <a:xfrm>
              <a:off x="8792640" y="43149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38" name="Google Shape;898;p18"/>
            <p:cNvSpPr/>
            <p:nvPr/>
          </p:nvSpPr>
          <p:spPr>
            <a:xfrm>
              <a:off x="8834040" y="435636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39" name="Google Shape;899;p18"/>
            <p:cNvSpPr/>
            <p:nvPr/>
          </p:nvSpPr>
          <p:spPr>
            <a:xfrm>
              <a:off x="8829000" y="43516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0" name="Google Shape;900;p18"/>
          <p:cNvGrpSpPr/>
          <p:nvPr/>
        </p:nvGrpSpPr>
        <p:grpSpPr>
          <a:xfrm>
            <a:off x="4972680" y="4657680"/>
            <a:ext cx="292680" cy="293040"/>
            <a:chOff x="4972680" y="4657680"/>
            <a:chExt cx="292680" cy="293040"/>
          </a:xfrm>
        </p:grpSpPr>
        <p:sp>
          <p:nvSpPr>
            <p:cNvPr id="341" name="Google Shape;901;p18"/>
            <p:cNvSpPr/>
            <p:nvPr/>
          </p:nvSpPr>
          <p:spPr>
            <a:xfrm>
              <a:off x="4975200" y="466020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2" name="Google Shape;902;p18"/>
            <p:cNvSpPr/>
            <p:nvPr/>
          </p:nvSpPr>
          <p:spPr>
            <a:xfrm>
              <a:off x="4972680" y="46576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3" name="Google Shape;903;p18"/>
            <p:cNvSpPr/>
            <p:nvPr/>
          </p:nvSpPr>
          <p:spPr>
            <a:xfrm>
              <a:off x="5011560" y="469656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4" name="Google Shape;904;p18"/>
            <p:cNvSpPr/>
            <p:nvPr/>
          </p:nvSpPr>
          <p:spPr>
            <a:xfrm>
              <a:off x="5009400" y="469404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5" name="Google Shape;905;p18"/>
            <p:cNvSpPr/>
            <p:nvPr/>
          </p:nvSpPr>
          <p:spPr>
            <a:xfrm>
              <a:off x="5051160" y="473616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6" name="Google Shape;906;p18"/>
            <p:cNvSpPr/>
            <p:nvPr/>
          </p:nvSpPr>
          <p:spPr>
            <a:xfrm>
              <a:off x="5049000" y="473400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347" name="Google Shape;907;p18"/>
          <p:cNvGrpSpPr/>
          <p:nvPr/>
        </p:nvGrpSpPr>
        <p:grpSpPr>
          <a:xfrm>
            <a:off x="8721720" y="4142520"/>
            <a:ext cx="174600" cy="26640"/>
            <a:chOff x="8721720" y="4142520"/>
            <a:chExt cx="174600" cy="26640"/>
          </a:xfrm>
        </p:grpSpPr>
        <p:sp>
          <p:nvSpPr>
            <p:cNvPr id="348" name="Google Shape;908;p18"/>
            <p:cNvSpPr/>
            <p:nvPr/>
          </p:nvSpPr>
          <p:spPr>
            <a:xfrm>
              <a:off x="872172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49" name="Google Shape;909;p18"/>
            <p:cNvSpPr/>
            <p:nvPr/>
          </p:nvSpPr>
          <p:spPr>
            <a:xfrm>
              <a:off x="87958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350" name="Google Shape;910;p18"/>
            <p:cNvSpPr/>
            <p:nvPr/>
          </p:nvSpPr>
          <p:spPr>
            <a:xfrm>
              <a:off x="88696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grpSp>
        <p:nvGrpSpPr>
          <p:cNvPr id="497" name="Google Shape;44;p3"/>
          <p:cNvGrpSpPr/>
          <p:nvPr/>
        </p:nvGrpSpPr>
        <p:grpSpPr>
          <a:xfrm>
            <a:off x="2132640" y="713160"/>
            <a:ext cx="4878360" cy="3716640"/>
            <a:chOff x="2132640" y="713160"/>
            <a:chExt cx="4878360" cy="3716640"/>
          </a:xfrm>
        </p:grpSpPr>
        <p:sp>
          <p:nvSpPr>
            <p:cNvPr id="498" name="Google Shape;45;p3"/>
            <p:cNvSpPr/>
            <p:nvPr/>
          </p:nvSpPr>
          <p:spPr>
            <a:xfrm>
              <a:off x="2132640" y="713520"/>
              <a:ext cx="4878360" cy="3715920"/>
            </a:xfrm>
            <a:custGeom>
              <a:avLst/>
              <a:gdLst>
                <a:gd name="textAreaLeft" fmla="*/ 0 w 4878360"/>
                <a:gd name="textAreaRight" fmla="*/ 4878720 w 4878360"/>
                <a:gd name="textAreaTop" fmla="*/ 0 h 3715920"/>
                <a:gd name="textAreaBottom" fmla="*/ 3716280 h 3715920"/>
              </a:gdLst>
              <a:ahLst/>
              <a:cxnLst/>
              <a:rect l="textAreaLeft" t="textAreaTop" r="textAreaRight" b="textAreaBottom"/>
              <a:pathLst>
                <a:path w="272401" h="207444">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9" name="Google Shape;46;p3"/>
            <p:cNvSpPr/>
            <p:nvPr/>
          </p:nvSpPr>
          <p:spPr>
            <a:xfrm>
              <a:off x="2198880" y="713160"/>
              <a:ext cx="4710240" cy="3716640"/>
            </a:xfrm>
            <a:custGeom>
              <a:avLst/>
              <a:gdLst>
                <a:gd name="textAreaLeft" fmla="*/ 0 w 4710240"/>
                <a:gd name="textAreaRight" fmla="*/ 4710600 w 4710240"/>
                <a:gd name="textAreaTop" fmla="*/ 0 h 3716640"/>
                <a:gd name="textAreaBottom" fmla="*/ 3717000 h 3716640"/>
              </a:gdLst>
              <a:ahLst/>
              <a:cxnLst/>
              <a:rect l="textAreaLeft" t="textAreaTop" r="textAreaRight" b="textAreaBottom"/>
              <a:pathLst>
                <a:path w="263009" h="20748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500" name="PlaceHolder 1"/>
          <p:cNvSpPr>
            <a:spLocks noGrp="1"/>
          </p:cNvSpPr>
          <p:nvPr>
            <p:ph type="title"/>
          </p:nvPr>
        </p:nvSpPr>
        <p:spPr>
          <a:xfrm>
            <a:off x="2971800" y="2231280"/>
            <a:ext cx="3200040" cy="804240"/>
          </a:xfrm>
          <a:prstGeom prst="rect">
            <a:avLst/>
          </a:prstGeom>
          <a:noFill/>
          <a:ln w="0">
            <a:noFill/>
          </a:ln>
        </p:spPr>
        <p:txBody>
          <a:bodyPr lIns="91440" tIns="91440" rIns="91440" bIns="91440" anchor="ctr">
            <a:noAutofit/>
          </a:bodyPr>
          <a:lstStyle/>
          <a:p>
            <a:pPr indent="0">
              <a:buNone/>
            </a:pPr>
            <a:r>
              <a:rPr lang="fr-FR" sz="3600" b="0" u="none" strike="noStrike">
                <a:solidFill>
                  <a:schemeClr val="dk1"/>
                </a:solidFill>
                <a:effectLst/>
                <a:uFillTx/>
                <a:latin typeface="Arial"/>
              </a:rPr>
              <a:t>Click to edit the title text format</a:t>
            </a:r>
          </a:p>
        </p:txBody>
      </p:sp>
      <p:sp>
        <p:nvSpPr>
          <p:cNvPr id="501" name="PlaceHolder 2"/>
          <p:cNvSpPr>
            <a:spLocks noGrp="1"/>
          </p:cNvSpPr>
          <p:nvPr>
            <p:ph type="title"/>
          </p:nvPr>
        </p:nvSpPr>
        <p:spPr>
          <a:xfrm>
            <a:off x="2971800" y="1161360"/>
            <a:ext cx="2967120" cy="106956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grpSp>
        <p:nvGrpSpPr>
          <p:cNvPr id="502" name="Google Shape;50;p3"/>
          <p:cNvGrpSpPr/>
          <p:nvPr/>
        </p:nvGrpSpPr>
        <p:grpSpPr>
          <a:xfrm>
            <a:off x="432720" y="0"/>
            <a:ext cx="8278200" cy="5165640"/>
            <a:chOff x="432720" y="0"/>
            <a:chExt cx="8278200" cy="5165640"/>
          </a:xfrm>
        </p:grpSpPr>
        <p:cxnSp>
          <p:nvCxnSpPr>
            <p:cNvPr id="503" name="Google Shape;51;p3"/>
            <p:cNvCxnSpPr/>
            <p:nvPr/>
          </p:nvCxnSpPr>
          <p:spPr>
            <a:xfrm flipV="1">
              <a:off x="8420040" y="2664000"/>
              <a:ext cx="360" cy="2502000"/>
            </a:xfrm>
            <a:prstGeom prst="straightConnector1">
              <a:avLst/>
            </a:prstGeom>
            <a:ln w="9525">
              <a:solidFill>
                <a:srgbClr val="3D3D3D"/>
              </a:solidFill>
              <a:round/>
            </a:ln>
          </p:spPr>
        </p:cxnSp>
        <p:grpSp>
          <p:nvGrpSpPr>
            <p:cNvPr id="504" name="Google Shape;52;p3"/>
            <p:cNvGrpSpPr/>
            <p:nvPr/>
          </p:nvGrpSpPr>
          <p:grpSpPr>
            <a:xfrm>
              <a:off x="8129520" y="4292280"/>
              <a:ext cx="581400" cy="582120"/>
              <a:chOff x="8129520" y="4292280"/>
              <a:chExt cx="581400" cy="582120"/>
            </a:xfrm>
          </p:grpSpPr>
          <p:sp>
            <p:nvSpPr>
              <p:cNvPr id="505" name="Google Shape;53;p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6" name="Google Shape;54;p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7" name="Google Shape;55;p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8" name="Google Shape;56;p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09" name="Google Shape;57;p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0" name="Google Shape;58;p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1" name="Google Shape;59;p3"/>
            <p:cNvGrpSpPr/>
            <p:nvPr/>
          </p:nvGrpSpPr>
          <p:grpSpPr>
            <a:xfrm>
              <a:off x="8274240" y="3720600"/>
              <a:ext cx="291600" cy="292320"/>
              <a:chOff x="8274240" y="3720600"/>
              <a:chExt cx="291600" cy="292320"/>
            </a:xfrm>
          </p:grpSpPr>
          <p:sp>
            <p:nvSpPr>
              <p:cNvPr id="512" name="Google Shape;60;p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3" name="Google Shape;61;p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4" name="Google Shape;62;p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5" name="Google Shape;63;p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16" name="Google Shape;64;p3"/>
            <p:cNvGrpSpPr/>
            <p:nvPr/>
          </p:nvGrpSpPr>
          <p:grpSpPr>
            <a:xfrm>
              <a:off x="8332920" y="3212640"/>
              <a:ext cx="174600" cy="174600"/>
              <a:chOff x="8332920" y="3212640"/>
              <a:chExt cx="174600" cy="174600"/>
            </a:xfrm>
          </p:grpSpPr>
          <p:sp>
            <p:nvSpPr>
              <p:cNvPr id="517" name="Google Shape;65;p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8" name="Google Shape;66;p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19" name="Google Shape;67;p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0" name="Google Shape;68;p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21" name="Google Shape;69;p3"/>
            <p:cNvCxnSpPr/>
            <p:nvPr/>
          </p:nvCxnSpPr>
          <p:spPr>
            <a:xfrm>
              <a:off x="723600" y="360"/>
              <a:ext cx="360" cy="2502000"/>
            </a:xfrm>
            <a:prstGeom prst="straightConnector1">
              <a:avLst/>
            </a:prstGeom>
            <a:ln w="9525">
              <a:solidFill>
                <a:srgbClr val="3D3D3D"/>
              </a:solidFill>
              <a:round/>
            </a:ln>
          </p:spPr>
        </p:cxnSp>
        <p:grpSp>
          <p:nvGrpSpPr>
            <p:cNvPr id="522" name="Google Shape;70;p3"/>
            <p:cNvGrpSpPr/>
            <p:nvPr/>
          </p:nvGrpSpPr>
          <p:grpSpPr>
            <a:xfrm>
              <a:off x="433080" y="291960"/>
              <a:ext cx="581400" cy="582120"/>
              <a:chOff x="433080" y="291960"/>
              <a:chExt cx="581400" cy="582120"/>
            </a:xfrm>
          </p:grpSpPr>
          <p:sp>
            <p:nvSpPr>
              <p:cNvPr id="523" name="Google Shape;71;p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4" name="Google Shape;72;p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5" name="Google Shape;73;p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6" name="Google Shape;74;p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27" name="Google Shape;75;p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8" name="Google Shape;76;p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29" name="Google Shape;77;p3"/>
            <p:cNvGrpSpPr/>
            <p:nvPr/>
          </p:nvGrpSpPr>
          <p:grpSpPr>
            <a:xfrm>
              <a:off x="578160" y="1153440"/>
              <a:ext cx="291600" cy="292320"/>
              <a:chOff x="578160" y="1153440"/>
              <a:chExt cx="291600" cy="292320"/>
            </a:xfrm>
          </p:grpSpPr>
          <p:sp>
            <p:nvSpPr>
              <p:cNvPr id="530" name="Google Shape;78;p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1" name="Google Shape;79;p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2" name="Google Shape;80;p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3" name="Google Shape;81;p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4" name="Google Shape;82;p3"/>
            <p:cNvGrpSpPr/>
            <p:nvPr/>
          </p:nvGrpSpPr>
          <p:grpSpPr>
            <a:xfrm>
              <a:off x="636480" y="1779120"/>
              <a:ext cx="174600" cy="174600"/>
              <a:chOff x="636480" y="1779120"/>
              <a:chExt cx="174600" cy="174600"/>
            </a:xfrm>
          </p:grpSpPr>
          <p:sp>
            <p:nvSpPr>
              <p:cNvPr id="535" name="Google Shape;83;p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6" name="Google Shape;84;p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7" name="Google Shape;85;p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8" name="Google Shape;86;p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39" name="Google Shape;87;p3"/>
            <p:cNvGrpSpPr/>
            <p:nvPr/>
          </p:nvGrpSpPr>
          <p:grpSpPr>
            <a:xfrm>
              <a:off x="432720" y="2003040"/>
              <a:ext cx="174960" cy="26640"/>
              <a:chOff x="432720" y="2003040"/>
              <a:chExt cx="174960" cy="26640"/>
            </a:xfrm>
          </p:grpSpPr>
          <p:sp>
            <p:nvSpPr>
              <p:cNvPr id="540" name="Google Shape;88;p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1" name="Google Shape;89;p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2" name="Google Shape;90;p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3" name="Google Shape;91;p3"/>
            <p:cNvGrpSpPr/>
            <p:nvPr/>
          </p:nvGrpSpPr>
          <p:grpSpPr>
            <a:xfrm>
              <a:off x="788040" y="208440"/>
              <a:ext cx="174600" cy="26640"/>
              <a:chOff x="788040" y="208440"/>
              <a:chExt cx="174600" cy="26640"/>
            </a:xfrm>
          </p:grpSpPr>
          <p:sp>
            <p:nvSpPr>
              <p:cNvPr id="544" name="Google Shape;92;p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5" name="Google Shape;93;p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6" name="Google Shape;94;p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47" name="Google Shape;95;p3"/>
            <p:cNvGrpSpPr/>
            <p:nvPr/>
          </p:nvGrpSpPr>
          <p:grpSpPr>
            <a:xfrm>
              <a:off x="8129520" y="4988880"/>
              <a:ext cx="174600" cy="26640"/>
              <a:chOff x="8129520" y="4988880"/>
              <a:chExt cx="174600" cy="26640"/>
            </a:xfrm>
          </p:grpSpPr>
          <p:sp>
            <p:nvSpPr>
              <p:cNvPr id="548" name="Google Shape;96;p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49" name="Google Shape;97;p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0" name="Google Shape;98;p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1" name="Google Shape;99;p3"/>
            <p:cNvGrpSpPr/>
            <p:nvPr/>
          </p:nvGrpSpPr>
          <p:grpSpPr>
            <a:xfrm>
              <a:off x="8497440" y="3429360"/>
              <a:ext cx="174600" cy="26640"/>
              <a:chOff x="8497440" y="3429360"/>
              <a:chExt cx="174600" cy="26640"/>
            </a:xfrm>
          </p:grpSpPr>
          <p:sp>
            <p:nvSpPr>
              <p:cNvPr id="552" name="Google Shape;100;p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3" name="Google Shape;101;p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4" name="Google Shape;102;p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555" name="Google Shape;103;p3"/>
            <p:cNvCxnSpPr/>
            <p:nvPr/>
          </p:nvCxnSpPr>
          <p:spPr>
            <a:xfrm>
              <a:off x="8407080" y="0"/>
              <a:ext cx="360" cy="2161080"/>
            </a:xfrm>
            <a:prstGeom prst="straightConnector1">
              <a:avLst/>
            </a:prstGeom>
            <a:ln w="9525">
              <a:solidFill>
                <a:srgbClr val="3D3D3D"/>
              </a:solidFill>
              <a:round/>
            </a:ln>
          </p:spPr>
        </p:cxnSp>
        <p:cxnSp>
          <p:nvCxnSpPr>
            <p:cNvPr id="556" name="Google Shape;104;p3"/>
            <p:cNvCxnSpPr/>
            <p:nvPr/>
          </p:nvCxnSpPr>
          <p:spPr>
            <a:xfrm>
              <a:off x="717840" y="2985480"/>
              <a:ext cx="360" cy="2161080"/>
            </a:xfrm>
            <a:prstGeom prst="straightConnector1">
              <a:avLst/>
            </a:prstGeom>
            <a:ln w="9525">
              <a:solidFill>
                <a:srgbClr val="3D3D3D"/>
              </a:solidFill>
              <a:round/>
            </a:ln>
          </p:spPr>
        </p:cxnSp>
        <p:sp>
          <p:nvSpPr>
            <p:cNvPr id="557" name="Google Shape;105;p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8" name="Google Shape;106;p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59" name="Google Shape;107;p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0" name="Google Shape;108;p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56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13">
    <p:bg>
      <p:bgPr>
        <a:solidFill>
          <a:schemeClr val="lt1"/>
        </a:solidFill>
        <a:effectLst/>
      </p:bgPr>
    </p:bg>
    <p:spTree>
      <p:nvGrpSpPr>
        <p:cNvPr id="1" name=""/>
        <p:cNvGrpSpPr/>
        <p:nvPr/>
      </p:nvGrpSpPr>
      <p:grpSpPr>
        <a:xfrm>
          <a:off x="0" y="0"/>
          <a:ext cx="0" cy="0"/>
          <a:chOff x="0" y="0"/>
          <a:chExt cx="0" cy="0"/>
        </a:xfrm>
      </p:grpSpPr>
      <p:sp>
        <p:nvSpPr>
          <p:cNvPr id="562" name="PlaceHolder 1"/>
          <p:cNvSpPr>
            <a:spLocks noGrp="1"/>
          </p:cNvSpPr>
          <p:nvPr>
            <p:ph type="title"/>
          </p:nvPr>
        </p:nvSpPr>
        <p:spPr>
          <a:xfrm>
            <a:off x="2962800" y="338400"/>
            <a:ext cx="321840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563" name="Google Shape;1064;p21"/>
          <p:cNvGrpSpPr/>
          <p:nvPr/>
        </p:nvGrpSpPr>
        <p:grpSpPr>
          <a:xfrm>
            <a:off x="262080" y="-1080"/>
            <a:ext cx="8550000" cy="3981240"/>
            <a:chOff x="262080" y="-1080"/>
            <a:chExt cx="8550000" cy="3981240"/>
          </a:xfrm>
        </p:grpSpPr>
        <p:cxnSp>
          <p:nvCxnSpPr>
            <p:cNvPr id="564" name="Google Shape;1065;p21"/>
            <p:cNvCxnSpPr/>
            <p:nvPr/>
          </p:nvCxnSpPr>
          <p:spPr>
            <a:xfrm>
              <a:off x="515880" y="-1080"/>
              <a:ext cx="360" cy="3981600"/>
            </a:xfrm>
            <a:prstGeom prst="straightConnector1">
              <a:avLst/>
            </a:prstGeom>
            <a:ln w="9525">
              <a:solidFill>
                <a:srgbClr val="494949"/>
              </a:solidFill>
              <a:round/>
            </a:ln>
          </p:spPr>
        </p:cxnSp>
        <p:cxnSp>
          <p:nvCxnSpPr>
            <p:cNvPr id="565" name="Google Shape;1066;p21"/>
            <p:cNvCxnSpPr/>
            <p:nvPr/>
          </p:nvCxnSpPr>
          <p:spPr>
            <a:xfrm>
              <a:off x="8665920" y="-1080"/>
              <a:ext cx="360" cy="1902240"/>
            </a:xfrm>
            <a:prstGeom prst="straightConnector1">
              <a:avLst/>
            </a:prstGeom>
            <a:ln w="9525">
              <a:solidFill>
                <a:srgbClr val="494949"/>
              </a:solidFill>
              <a:round/>
            </a:ln>
          </p:spPr>
        </p:cxnSp>
        <p:grpSp>
          <p:nvGrpSpPr>
            <p:cNvPr id="566" name="Google Shape;1067;p21"/>
            <p:cNvGrpSpPr/>
            <p:nvPr/>
          </p:nvGrpSpPr>
          <p:grpSpPr>
            <a:xfrm>
              <a:off x="343440" y="3301200"/>
              <a:ext cx="344520" cy="344880"/>
              <a:chOff x="343440" y="3301200"/>
              <a:chExt cx="344520" cy="344880"/>
            </a:xfrm>
          </p:grpSpPr>
          <p:sp>
            <p:nvSpPr>
              <p:cNvPr id="567" name="Google Shape;1068;p21"/>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8" name="Google Shape;1069;p21"/>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69" name="Google Shape;1070;p21"/>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0" name="Google Shape;1071;p21"/>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1" name="Google Shape;1072;p21"/>
            <p:cNvGrpSpPr/>
            <p:nvPr/>
          </p:nvGrpSpPr>
          <p:grpSpPr>
            <a:xfrm>
              <a:off x="8520480" y="714960"/>
              <a:ext cx="291600" cy="292320"/>
              <a:chOff x="8520480" y="714960"/>
              <a:chExt cx="291600" cy="292320"/>
            </a:xfrm>
          </p:grpSpPr>
          <p:sp>
            <p:nvSpPr>
              <p:cNvPr id="572" name="Google Shape;1073;p21"/>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3" name="Google Shape;1074;p21"/>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4" name="Google Shape;1075;p21"/>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5" name="Google Shape;1076;p21"/>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76" name="Google Shape;1077;p21"/>
            <p:cNvGrpSpPr/>
            <p:nvPr/>
          </p:nvGrpSpPr>
          <p:grpSpPr>
            <a:xfrm>
              <a:off x="262080" y="465480"/>
              <a:ext cx="507240" cy="507600"/>
              <a:chOff x="262080" y="465480"/>
              <a:chExt cx="507240" cy="507600"/>
            </a:xfrm>
          </p:grpSpPr>
          <p:sp>
            <p:nvSpPr>
              <p:cNvPr id="577" name="Google Shape;1078;p21"/>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8" name="Google Shape;1079;p21"/>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79" name="Google Shape;1080;p21"/>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0" name="Google Shape;1081;p21"/>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1" name="Google Shape;1082;p21"/>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82" name="Google Shape;1083;p21"/>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ITLE_AND_BODY_1">
    <p:bg>
      <p:bgPr>
        <a:solidFill>
          <a:schemeClr val="lt1"/>
        </a:solidFill>
        <a:effectLst/>
      </p:bgPr>
    </p:bg>
    <p:spTree>
      <p:nvGrpSpPr>
        <p:cNvPr id="1" name=""/>
        <p:cNvGrpSpPr/>
        <p:nvPr/>
      </p:nvGrpSpPr>
      <p:grpSpPr>
        <a:xfrm>
          <a:off x="0" y="0"/>
          <a:ext cx="0" cy="0"/>
          <a:chOff x="0" y="0"/>
          <a:chExt cx="0" cy="0"/>
        </a:xfrm>
      </p:grpSpPr>
      <p:sp>
        <p:nvSpPr>
          <p:cNvPr id="625" name="PlaceHolder 1"/>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626" name="PlaceHolder 2"/>
          <p:cNvSpPr>
            <a:spLocks noGrp="1"/>
          </p:cNvSpPr>
          <p:nvPr>
            <p:ph type="body"/>
          </p:nvPr>
        </p:nvSpPr>
        <p:spPr>
          <a:xfrm>
            <a:off x="714600" y="1152000"/>
            <a:ext cx="7705080" cy="352908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27"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628" name="Google Shape;1143;p23"/>
          <p:cNvCxnSpPr/>
          <p:nvPr/>
        </p:nvCxnSpPr>
        <p:spPr>
          <a:xfrm flipV="1">
            <a:off x="0" y="4332240"/>
            <a:ext cx="446760" cy="664560"/>
          </a:xfrm>
          <a:prstGeom prst="straightConnector1">
            <a:avLst/>
          </a:prstGeom>
          <a:ln w="9525">
            <a:solidFill>
              <a:srgbClr val="3D3D3D"/>
            </a:solidFill>
            <a:round/>
          </a:ln>
        </p:spPr>
      </p:cxnSp>
      <p:grpSp>
        <p:nvGrpSpPr>
          <p:cNvPr id="629" name="Google Shape;1144;p23"/>
          <p:cNvGrpSpPr/>
          <p:nvPr/>
        </p:nvGrpSpPr>
        <p:grpSpPr>
          <a:xfrm>
            <a:off x="300600" y="4167720"/>
            <a:ext cx="291600" cy="292320"/>
            <a:chOff x="300600" y="4167720"/>
            <a:chExt cx="291600" cy="292320"/>
          </a:xfrm>
        </p:grpSpPr>
        <p:sp>
          <p:nvSpPr>
            <p:cNvPr id="630"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1"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2"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3"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34" name="Google Shape;1149;p23"/>
          <p:cNvGrpSpPr/>
          <p:nvPr/>
        </p:nvGrpSpPr>
        <p:grpSpPr>
          <a:xfrm>
            <a:off x="148320" y="3224160"/>
            <a:ext cx="292680" cy="293040"/>
            <a:chOff x="148320" y="3224160"/>
            <a:chExt cx="292680" cy="293040"/>
          </a:xfrm>
        </p:grpSpPr>
        <p:sp>
          <p:nvSpPr>
            <p:cNvPr id="635"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6"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7"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38"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9"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0"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641"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642" name="Google Shape;1157;p23"/>
          <p:cNvCxnSpPr/>
          <p:nvPr/>
        </p:nvCxnSpPr>
        <p:spPr>
          <a:xfrm flipH="1">
            <a:off x="8353800" y="-6480"/>
            <a:ext cx="792000" cy="836280"/>
          </a:xfrm>
          <a:prstGeom prst="straightConnector1">
            <a:avLst/>
          </a:prstGeom>
          <a:ln w="9525">
            <a:solidFill>
              <a:srgbClr val="3D3D3D"/>
            </a:solidFill>
            <a:round/>
          </a:ln>
        </p:spPr>
      </p:cxnSp>
      <p:grpSp>
        <p:nvGrpSpPr>
          <p:cNvPr id="643" name="Google Shape;1158;p23"/>
          <p:cNvGrpSpPr/>
          <p:nvPr/>
        </p:nvGrpSpPr>
        <p:grpSpPr>
          <a:xfrm>
            <a:off x="8064360" y="527040"/>
            <a:ext cx="581400" cy="582120"/>
            <a:chOff x="8064360" y="527040"/>
            <a:chExt cx="581400" cy="582120"/>
          </a:xfrm>
        </p:grpSpPr>
        <p:sp>
          <p:nvSpPr>
            <p:cNvPr id="644"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5"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6"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7"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48"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9"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0" name="Google Shape;1165;p23"/>
          <p:cNvGrpSpPr/>
          <p:nvPr/>
        </p:nvGrpSpPr>
        <p:grpSpPr>
          <a:xfrm>
            <a:off x="7034040" y="171000"/>
            <a:ext cx="291600" cy="292320"/>
            <a:chOff x="7034040" y="171000"/>
            <a:chExt cx="291600" cy="292320"/>
          </a:xfrm>
        </p:grpSpPr>
        <p:sp>
          <p:nvSpPr>
            <p:cNvPr id="651"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2"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3"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4"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55" name="Google Shape;1170;p23"/>
          <p:cNvGrpSpPr/>
          <p:nvPr/>
        </p:nvGrpSpPr>
        <p:grpSpPr>
          <a:xfrm>
            <a:off x="8758080" y="229680"/>
            <a:ext cx="174600" cy="174600"/>
            <a:chOff x="8758080" y="229680"/>
            <a:chExt cx="174600" cy="174600"/>
          </a:xfrm>
        </p:grpSpPr>
        <p:sp>
          <p:nvSpPr>
            <p:cNvPr id="656"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7"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8"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59"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0" name="Google Shape;1175;p23"/>
          <p:cNvGrpSpPr/>
          <p:nvPr/>
        </p:nvGrpSpPr>
        <p:grpSpPr>
          <a:xfrm>
            <a:off x="8489880" y="171000"/>
            <a:ext cx="174960" cy="26640"/>
            <a:chOff x="8489880" y="171000"/>
            <a:chExt cx="174960" cy="26640"/>
          </a:xfrm>
        </p:grpSpPr>
        <p:sp>
          <p:nvSpPr>
            <p:cNvPr id="661" name="Google Shape;1176;p23"/>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2" name="Google Shape;1177;p23"/>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3" name="Google Shape;1178;p23"/>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64" name="Google Shape;1179;p23"/>
          <p:cNvGrpSpPr/>
          <p:nvPr/>
        </p:nvGrpSpPr>
        <p:grpSpPr>
          <a:xfrm>
            <a:off x="7916400" y="1124640"/>
            <a:ext cx="174600" cy="26640"/>
            <a:chOff x="7916400" y="1124640"/>
            <a:chExt cx="174600" cy="26640"/>
          </a:xfrm>
        </p:grpSpPr>
        <p:sp>
          <p:nvSpPr>
            <p:cNvPr id="665" name="Google Shape;1180;p23"/>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6" name="Google Shape;1181;p23"/>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67" name="Google Shape;1182;p23"/>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24">
    <p:bg>
      <p:bgPr>
        <a:solidFill>
          <a:schemeClr val="lt1"/>
        </a:solidFill>
        <a:effectLst/>
      </p:bgPr>
    </p:bg>
    <p:spTree>
      <p:nvGrpSpPr>
        <p:cNvPr id="1" name=""/>
        <p:cNvGrpSpPr/>
        <p:nvPr/>
      </p:nvGrpSpPr>
      <p:grpSpPr>
        <a:xfrm>
          <a:off x="0" y="0"/>
          <a:ext cx="0" cy="0"/>
          <a:chOff x="0" y="0"/>
          <a:chExt cx="0" cy="0"/>
        </a:xfrm>
      </p:grpSpPr>
      <p:sp>
        <p:nvSpPr>
          <p:cNvPr id="668" name="PlaceHolder 1"/>
          <p:cNvSpPr>
            <a:spLocks noGrp="1"/>
          </p:cNvSpPr>
          <p:nvPr>
            <p:ph type="body"/>
          </p:nvPr>
        </p:nvSpPr>
        <p:spPr>
          <a:xfrm>
            <a:off x="586800" y="974520"/>
            <a:ext cx="3194280" cy="3194280"/>
          </a:xfrm>
          <a:prstGeom prst="rect">
            <a:avLst/>
          </a:prstGeom>
          <a:noFill/>
          <a:ln w="0">
            <a:noFill/>
          </a:ln>
        </p:spPr>
        <p:txBody>
          <a:bodyPr lIns="90000" tIns="45000" rIns="90000" bIns="45000" anchor="t">
            <a:normAutofit fontScale="47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69" name="PlaceHolder 2"/>
          <p:cNvSpPr>
            <a:spLocks noGrp="1"/>
          </p:cNvSpPr>
          <p:nvPr>
            <p:ph type="title"/>
          </p:nvPr>
        </p:nvSpPr>
        <p:spPr>
          <a:xfrm>
            <a:off x="4170600" y="1369080"/>
            <a:ext cx="3879360" cy="738720"/>
          </a:xfrm>
          <a:prstGeom prst="rect">
            <a:avLst/>
          </a:prstGeom>
          <a:noFill/>
          <a:ln w="0">
            <a:noFill/>
          </a:ln>
        </p:spPr>
        <p:txBody>
          <a:bodyPr lIns="91440" tIns="91440" rIns="91440" bIns="91440" anchor="b">
            <a:noAutofit/>
          </a:bodyPr>
          <a:lstStyle/>
          <a:p>
            <a:pPr indent="0">
              <a:buNone/>
            </a:pPr>
            <a:r>
              <a:rPr lang="fr-FR" sz="2800" b="0" u="none" strike="noStrike">
                <a:solidFill>
                  <a:schemeClr val="dk1"/>
                </a:solidFill>
                <a:effectLst/>
                <a:uFillTx/>
                <a:latin typeface="Arial"/>
              </a:rPr>
              <a:t>Click to edit the title text format</a:t>
            </a:r>
          </a:p>
        </p:txBody>
      </p:sp>
      <p:sp>
        <p:nvSpPr>
          <p:cNvPr id="670" name="PlaceHolder 3"/>
          <p:cNvSpPr>
            <a:spLocks noGrp="1"/>
          </p:cNvSpPr>
          <p:nvPr>
            <p:ph type="body"/>
          </p:nvPr>
        </p:nvSpPr>
        <p:spPr>
          <a:xfrm>
            <a:off x="4170600" y="2107800"/>
            <a:ext cx="3879360" cy="16938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671" name="Google Shape;1187;p24"/>
          <p:cNvCxnSpPr/>
          <p:nvPr/>
        </p:nvCxnSpPr>
        <p:spPr>
          <a:xfrm flipH="1">
            <a:off x="5825520" y="446760"/>
            <a:ext cx="1672560" cy="126360"/>
          </a:xfrm>
          <a:prstGeom prst="straightConnector1">
            <a:avLst/>
          </a:prstGeom>
          <a:ln w="9525">
            <a:solidFill>
              <a:srgbClr val="3D3D3D"/>
            </a:solidFill>
            <a:round/>
          </a:ln>
        </p:spPr>
      </p:cxnSp>
      <p:cxnSp>
        <p:nvCxnSpPr>
          <p:cNvPr id="672" name="Google Shape;1188;p24"/>
          <p:cNvCxnSpPr/>
          <p:nvPr/>
        </p:nvCxnSpPr>
        <p:spPr>
          <a:xfrm flipH="1" flipV="1">
            <a:off x="7511400" y="453240"/>
            <a:ext cx="829800" cy="743760"/>
          </a:xfrm>
          <a:prstGeom prst="straightConnector1">
            <a:avLst/>
          </a:prstGeom>
          <a:ln w="9525">
            <a:solidFill>
              <a:srgbClr val="3D3D3D"/>
            </a:solidFill>
            <a:round/>
          </a:ln>
        </p:spPr>
      </p:cxnSp>
      <p:cxnSp>
        <p:nvCxnSpPr>
          <p:cNvPr id="673" name="Google Shape;1189;p24"/>
          <p:cNvCxnSpPr/>
          <p:nvPr/>
        </p:nvCxnSpPr>
        <p:spPr>
          <a:xfrm flipH="1">
            <a:off x="8347320" y="-10800"/>
            <a:ext cx="797040" cy="1188000"/>
          </a:xfrm>
          <a:prstGeom prst="straightConnector1">
            <a:avLst/>
          </a:prstGeom>
          <a:ln w="9525">
            <a:solidFill>
              <a:srgbClr val="3D3D3D"/>
            </a:solidFill>
            <a:round/>
          </a:ln>
        </p:spPr>
      </p:cxnSp>
      <p:grpSp>
        <p:nvGrpSpPr>
          <p:cNvPr id="674" name="Google Shape;1190;p24"/>
          <p:cNvGrpSpPr/>
          <p:nvPr/>
        </p:nvGrpSpPr>
        <p:grpSpPr>
          <a:xfrm>
            <a:off x="8062920" y="883440"/>
            <a:ext cx="581400" cy="582120"/>
            <a:chOff x="8062920" y="883440"/>
            <a:chExt cx="581400" cy="582120"/>
          </a:xfrm>
        </p:grpSpPr>
        <p:sp>
          <p:nvSpPr>
            <p:cNvPr id="675" name="Google Shape;1191;p24"/>
            <p:cNvSpPr/>
            <p:nvPr/>
          </p:nvSpPr>
          <p:spPr>
            <a:xfrm>
              <a:off x="8067240" y="8884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6" name="Google Shape;1192;p24"/>
            <p:cNvSpPr/>
            <p:nvPr/>
          </p:nvSpPr>
          <p:spPr>
            <a:xfrm>
              <a:off x="8062920" y="8834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7" name="Google Shape;1193;p24"/>
            <p:cNvSpPr/>
            <p:nvPr/>
          </p:nvSpPr>
          <p:spPr>
            <a:xfrm>
              <a:off x="8139600" y="9608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78" name="Google Shape;1194;p24"/>
            <p:cNvSpPr/>
            <p:nvPr/>
          </p:nvSpPr>
          <p:spPr>
            <a:xfrm>
              <a:off x="8135280" y="9558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79" name="Google Shape;1195;p24"/>
            <p:cNvSpPr/>
            <p:nvPr/>
          </p:nvSpPr>
          <p:spPr>
            <a:xfrm>
              <a:off x="8218440" y="10396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0" name="Google Shape;1196;p24"/>
            <p:cNvSpPr/>
            <p:nvPr/>
          </p:nvSpPr>
          <p:spPr>
            <a:xfrm>
              <a:off x="8213760" y="10350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81" name="Google Shape;1197;p24"/>
          <p:cNvGrpSpPr/>
          <p:nvPr/>
        </p:nvGrpSpPr>
        <p:grpSpPr>
          <a:xfrm>
            <a:off x="7351560" y="311760"/>
            <a:ext cx="291600" cy="292320"/>
            <a:chOff x="7351560" y="311760"/>
            <a:chExt cx="291600" cy="292320"/>
          </a:xfrm>
        </p:grpSpPr>
        <p:sp>
          <p:nvSpPr>
            <p:cNvPr id="682" name="Google Shape;1198;p24"/>
            <p:cNvSpPr/>
            <p:nvPr/>
          </p:nvSpPr>
          <p:spPr>
            <a:xfrm>
              <a:off x="7356600" y="3168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3" name="Google Shape;1199;p24"/>
            <p:cNvSpPr/>
            <p:nvPr/>
          </p:nvSpPr>
          <p:spPr>
            <a:xfrm>
              <a:off x="7351560" y="3117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4" name="Google Shape;1200;p24"/>
            <p:cNvSpPr/>
            <p:nvPr/>
          </p:nvSpPr>
          <p:spPr>
            <a:xfrm>
              <a:off x="7418520" y="37872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5" name="Google Shape;1201;p24"/>
            <p:cNvSpPr/>
            <p:nvPr/>
          </p:nvSpPr>
          <p:spPr>
            <a:xfrm>
              <a:off x="7413840" y="374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686" name="Google Shape;1202;p24"/>
          <p:cNvSpPr/>
          <p:nvPr/>
        </p:nvSpPr>
        <p:spPr>
          <a:xfrm>
            <a:off x="5689080" y="4215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7" name="Google Shape;1203;p24"/>
          <p:cNvSpPr/>
          <p:nvPr/>
        </p:nvSpPr>
        <p:spPr>
          <a:xfrm>
            <a:off x="5686920" y="4190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88" name="Google Shape;1204;p24"/>
          <p:cNvSpPr/>
          <p:nvPr/>
        </p:nvSpPr>
        <p:spPr>
          <a:xfrm>
            <a:off x="5725440" y="4579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9" name="Google Shape;1205;p24"/>
          <p:cNvSpPr/>
          <p:nvPr/>
        </p:nvSpPr>
        <p:spPr>
          <a:xfrm>
            <a:off x="5723280" y="4554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0" name="Google Shape;1206;p24"/>
          <p:cNvSpPr/>
          <p:nvPr/>
        </p:nvSpPr>
        <p:spPr>
          <a:xfrm>
            <a:off x="5765040" y="4975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1" name="Google Shape;1207;p24"/>
          <p:cNvSpPr/>
          <p:nvPr/>
        </p:nvSpPr>
        <p:spPr>
          <a:xfrm>
            <a:off x="5762880" y="4953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692" name="Google Shape;1208;p24"/>
          <p:cNvGrpSpPr/>
          <p:nvPr/>
        </p:nvGrpSpPr>
        <p:grpSpPr>
          <a:xfrm>
            <a:off x="5441760" y="284760"/>
            <a:ext cx="174600" cy="26640"/>
            <a:chOff x="5441760" y="284760"/>
            <a:chExt cx="174600" cy="26640"/>
          </a:xfrm>
        </p:grpSpPr>
        <p:sp>
          <p:nvSpPr>
            <p:cNvPr id="693" name="Google Shape;1209;p24"/>
            <p:cNvSpPr/>
            <p:nvPr/>
          </p:nvSpPr>
          <p:spPr>
            <a:xfrm>
              <a:off x="544176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4" name="Google Shape;1210;p24"/>
            <p:cNvSpPr/>
            <p:nvPr/>
          </p:nvSpPr>
          <p:spPr>
            <a:xfrm>
              <a:off x="55159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5" name="Google Shape;1211;p24"/>
            <p:cNvSpPr/>
            <p:nvPr/>
          </p:nvSpPr>
          <p:spPr>
            <a:xfrm>
              <a:off x="5589720" y="2847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96" name="Google Shape;1212;p24"/>
          <p:cNvGrpSpPr/>
          <p:nvPr/>
        </p:nvGrpSpPr>
        <p:grpSpPr>
          <a:xfrm>
            <a:off x="8488440" y="166680"/>
            <a:ext cx="174960" cy="26640"/>
            <a:chOff x="8488440" y="166680"/>
            <a:chExt cx="174960" cy="26640"/>
          </a:xfrm>
        </p:grpSpPr>
        <p:sp>
          <p:nvSpPr>
            <p:cNvPr id="697" name="Google Shape;1213;p24"/>
            <p:cNvSpPr/>
            <p:nvPr/>
          </p:nvSpPr>
          <p:spPr>
            <a:xfrm>
              <a:off x="848844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8" name="Google Shape;1214;p24"/>
            <p:cNvSpPr/>
            <p:nvPr/>
          </p:nvSpPr>
          <p:spPr>
            <a:xfrm>
              <a:off x="856260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9" name="Google Shape;1215;p24"/>
            <p:cNvSpPr/>
            <p:nvPr/>
          </p:nvSpPr>
          <p:spPr>
            <a:xfrm>
              <a:off x="8636760" y="1666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00" name="Google Shape;1216;p24"/>
          <p:cNvCxnSpPr/>
          <p:nvPr/>
        </p:nvCxnSpPr>
        <p:spPr>
          <a:xfrm flipH="1">
            <a:off x="7195320" y="4212360"/>
            <a:ext cx="1157400" cy="542880"/>
          </a:xfrm>
          <a:prstGeom prst="straightConnector1">
            <a:avLst/>
          </a:prstGeom>
          <a:ln w="9525">
            <a:solidFill>
              <a:srgbClr val="3D3D3D"/>
            </a:solidFill>
            <a:round/>
          </a:ln>
        </p:spPr>
      </p:cxnSp>
      <p:cxnSp>
        <p:nvCxnSpPr>
          <p:cNvPr id="701" name="Google Shape;1217;p24"/>
          <p:cNvCxnSpPr/>
          <p:nvPr/>
        </p:nvCxnSpPr>
        <p:spPr>
          <a:xfrm flipH="1" flipV="1">
            <a:off x="8352360" y="4220280"/>
            <a:ext cx="792000" cy="836640"/>
          </a:xfrm>
          <a:prstGeom prst="straightConnector1">
            <a:avLst/>
          </a:prstGeom>
          <a:ln w="9525">
            <a:solidFill>
              <a:srgbClr val="3D3D3D"/>
            </a:solidFill>
            <a:round/>
          </a:ln>
        </p:spPr>
      </p:cxnSp>
      <p:grpSp>
        <p:nvGrpSpPr>
          <p:cNvPr id="702" name="Google Shape;1218;p24"/>
          <p:cNvGrpSpPr/>
          <p:nvPr/>
        </p:nvGrpSpPr>
        <p:grpSpPr>
          <a:xfrm>
            <a:off x="8062920" y="3940560"/>
            <a:ext cx="581400" cy="582120"/>
            <a:chOff x="8062920" y="3940560"/>
            <a:chExt cx="581400" cy="582120"/>
          </a:xfrm>
        </p:grpSpPr>
        <p:sp>
          <p:nvSpPr>
            <p:cNvPr id="703" name="Google Shape;1219;p24"/>
            <p:cNvSpPr/>
            <p:nvPr/>
          </p:nvSpPr>
          <p:spPr>
            <a:xfrm flipV="1">
              <a:off x="8067240" y="394524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4" name="Google Shape;1220;p24"/>
            <p:cNvSpPr/>
            <p:nvPr/>
          </p:nvSpPr>
          <p:spPr>
            <a:xfrm flipV="1">
              <a:off x="8062920" y="394020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5" name="Google Shape;1221;p24"/>
            <p:cNvSpPr/>
            <p:nvPr/>
          </p:nvSpPr>
          <p:spPr>
            <a:xfrm flipV="1">
              <a:off x="8139600" y="401832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6" name="Google Shape;1222;p24"/>
            <p:cNvSpPr/>
            <p:nvPr/>
          </p:nvSpPr>
          <p:spPr>
            <a:xfrm flipV="1">
              <a:off x="8135280" y="40132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7" name="Google Shape;1223;p24"/>
            <p:cNvSpPr/>
            <p:nvPr/>
          </p:nvSpPr>
          <p:spPr>
            <a:xfrm flipV="1">
              <a:off x="8218440" y="409680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8" name="Google Shape;1224;p24"/>
            <p:cNvSpPr/>
            <p:nvPr/>
          </p:nvSpPr>
          <p:spPr>
            <a:xfrm flipV="1">
              <a:off x="8213760" y="409176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09" name="Google Shape;1225;p24"/>
          <p:cNvGrpSpPr/>
          <p:nvPr/>
        </p:nvGrpSpPr>
        <p:grpSpPr>
          <a:xfrm>
            <a:off x="7032240" y="4586760"/>
            <a:ext cx="291600" cy="292320"/>
            <a:chOff x="7032240" y="4586760"/>
            <a:chExt cx="291600" cy="292320"/>
          </a:xfrm>
        </p:grpSpPr>
        <p:sp>
          <p:nvSpPr>
            <p:cNvPr id="710" name="Google Shape;1226;p24"/>
            <p:cNvSpPr/>
            <p:nvPr/>
          </p:nvSpPr>
          <p:spPr>
            <a:xfrm flipV="1">
              <a:off x="7037280" y="459180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1" name="Google Shape;1227;p24"/>
            <p:cNvSpPr/>
            <p:nvPr/>
          </p:nvSpPr>
          <p:spPr>
            <a:xfrm flipV="1">
              <a:off x="7032240" y="458676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2" name="Google Shape;1228;p24"/>
            <p:cNvSpPr/>
            <p:nvPr/>
          </p:nvSpPr>
          <p:spPr>
            <a:xfrm flipV="1">
              <a:off x="7099200" y="465336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3" name="Google Shape;1229;p24"/>
            <p:cNvSpPr/>
            <p:nvPr/>
          </p:nvSpPr>
          <p:spPr>
            <a:xfrm flipV="1">
              <a:off x="7094880" y="464832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4" name="Google Shape;1230;p24"/>
          <p:cNvGrpSpPr/>
          <p:nvPr/>
        </p:nvGrpSpPr>
        <p:grpSpPr>
          <a:xfrm>
            <a:off x="8756640" y="4645080"/>
            <a:ext cx="174600" cy="174600"/>
            <a:chOff x="8756640" y="4645080"/>
            <a:chExt cx="174600" cy="174600"/>
          </a:xfrm>
        </p:grpSpPr>
        <p:sp>
          <p:nvSpPr>
            <p:cNvPr id="715" name="Google Shape;1231;p24"/>
            <p:cNvSpPr/>
            <p:nvPr/>
          </p:nvSpPr>
          <p:spPr>
            <a:xfrm flipV="1">
              <a:off x="8760960" y="464940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6" name="Google Shape;1232;p24"/>
            <p:cNvSpPr/>
            <p:nvPr/>
          </p:nvSpPr>
          <p:spPr>
            <a:xfrm flipV="1">
              <a:off x="8756640" y="464472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17" name="Google Shape;1233;p24"/>
            <p:cNvSpPr/>
            <p:nvPr/>
          </p:nvSpPr>
          <p:spPr>
            <a:xfrm flipV="1">
              <a:off x="8797680" y="468612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8" name="Google Shape;1234;p24"/>
            <p:cNvSpPr/>
            <p:nvPr/>
          </p:nvSpPr>
          <p:spPr>
            <a:xfrm flipV="1">
              <a:off x="8792640" y="468180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719" name="Google Shape;1235;p24"/>
          <p:cNvGrpSpPr/>
          <p:nvPr/>
        </p:nvGrpSpPr>
        <p:grpSpPr>
          <a:xfrm>
            <a:off x="8488440" y="4852440"/>
            <a:ext cx="174960" cy="26640"/>
            <a:chOff x="8488440" y="4852440"/>
            <a:chExt cx="174960" cy="26640"/>
          </a:xfrm>
        </p:grpSpPr>
        <p:sp>
          <p:nvSpPr>
            <p:cNvPr id="720" name="Google Shape;1236;p24"/>
            <p:cNvSpPr/>
            <p:nvPr/>
          </p:nvSpPr>
          <p:spPr>
            <a:xfrm flipV="1">
              <a:off x="848844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1" name="Google Shape;1237;p24"/>
            <p:cNvSpPr/>
            <p:nvPr/>
          </p:nvSpPr>
          <p:spPr>
            <a:xfrm flipV="1">
              <a:off x="856260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22" name="Google Shape;1238;p24"/>
            <p:cNvSpPr/>
            <p:nvPr/>
          </p:nvSpPr>
          <p:spPr>
            <a:xfrm flipV="1">
              <a:off x="8636760" y="4852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18">
    <p:bg>
      <p:bgPr>
        <a:solidFill>
          <a:schemeClr val="lt1"/>
        </a:solidFill>
        <a:effectLst/>
      </p:bgPr>
    </p:bg>
    <p:spTree>
      <p:nvGrpSpPr>
        <p:cNvPr id="1" name=""/>
        <p:cNvGrpSpPr/>
        <p:nvPr/>
      </p:nvGrpSpPr>
      <p:grpSpPr>
        <a:xfrm>
          <a:off x="0" y="0"/>
          <a:ext cx="0" cy="0"/>
          <a:chOff x="0" y="0"/>
          <a:chExt cx="0" cy="0"/>
        </a:xfrm>
      </p:grpSpPr>
      <p:cxnSp>
        <p:nvCxnSpPr>
          <p:cNvPr id="863" name="Google Shape;1383;p28"/>
          <p:cNvCxnSpPr/>
          <p:nvPr/>
        </p:nvCxnSpPr>
        <p:spPr>
          <a:xfrm flipH="1">
            <a:off x="7682760" y="2910960"/>
            <a:ext cx="306720" cy="1133640"/>
          </a:xfrm>
          <a:prstGeom prst="straightConnector1">
            <a:avLst/>
          </a:prstGeom>
          <a:ln w="9525">
            <a:solidFill>
              <a:srgbClr val="1A2E35"/>
            </a:solidFill>
            <a:round/>
          </a:ln>
        </p:spPr>
      </p:cxnSp>
      <p:cxnSp>
        <p:nvCxnSpPr>
          <p:cNvPr id="864" name="Google Shape;1384;p28"/>
          <p:cNvCxnSpPr/>
          <p:nvPr/>
        </p:nvCxnSpPr>
        <p:spPr>
          <a:xfrm>
            <a:off x="7694640" y="1568880"/>
            <a:ext cx="315720" cy="1342440"/>
          </a:xfrm>
          <a:prstGeom prst="straightConnector1">
            <a:avLst/>
          </a:prstGeom>
          <a:ln w="9525">
            <a:solidFill>
              <a:srgbClr val="1A2E35"/>
            </a:solidFill>
            <a:round/>
          </a:ln>
        </p:spPr>
      </p:cxnSp>
      <p:cxnSp>
        <p:nvCxnSpPr>
          <p:cNvPr id="865" name="Google Shape;1385;p28"/>
          <p:cNvCxnSpPr/>
          <p:nvPr/>
        </p:nvCxnSpPr>
        <p:spPr>
          <a:xfrm flipH="1">
            <a:off x="7702200" y="266400"/>
            <a:ext cx="392400" cy="1332360"/>
          </a:xfrm>
          <a:prstGeom prst="straightConnector1">
            <a:avLst/>
          </a:prstGeom>
          <a:ln w="9525">
            <a:solidFill>
              <a:srgbClr val="1A2E35"/>
            </a:solidFill>
            <a:round/>
          </a:ln>
        </p:spPr>
      </p:cxnSp>
      <p:cxnSp>
        <p:nvCxnSpPr>
          <p:cNvPr id="866" name="Google Shape;1386;p28"/>
          <p:cNvCxnSpPr/>
          <p:nvPr/>
        </p:nvCxnSpPr>
        <p:spPr>
          <a:xfrm flipH="1">
            <a:off x="8101800" y="0"/>
            <a:ext cx="407160" cy="273960"/>
          </a:xfrm>
          <a:prstGeom prst="straightConnector1">
            <a:avLst/>
          </a:prstGeom>
          <a:ln w="9525">
            <a:solidFill>
              <a:srgbClr val="1A2E35"/>
            </a:solidFill>
            <a:round/>
          </a:ln>
        </p:spPr>
      </p:cxnSp>
      <p:grpSp>
        <p:nvGrpSpPr>
          <p:cNvPr id="867" name="Google Shape;1387;p28"/>
          <p:cNvGrpSpPr/>
          <p:nvPr/>
        </p:nvGrpSpPr>
        <p:grpSpPr>
          <a:xfrm>
            <a:off x="7407360" y="1284840"/>
            <a:ext cx="582120" cy="581400"/>
            <a:chOff x="7407360" y="1284840"/>
            <a:chExt cx="582120" cy="581400"/>
          </a:xfrm>
        </p:grpSpPr>
        <p:sp>
          <p:nvSpPr>
            <p:cNvPr id="868" name="Google Shape;1388;p28"/>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69" name="Google Shape;1389;p28"/>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0" name="Google Shape;1390;p28"/>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1" name="Google Shape;1391;p28"/>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2" name="Google Shape;1392;p28"/>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3" name="Google Shape;1393;p28"/>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4" name="Google Shape;1394;p28"/>
          <p:cNvGrpSpPr/>
          <p:nvPr/>
        </p:nvGrpSpPr>
        <p:grpSpPr>
          <a:xfrm>
            <a:off x="7869600" y="2754360"/>
            <a:ext cx="292320" cy="291600"/>
            <a:chOff x="7869600" y="2754360"/>
            <a:chExt cx="292320" cy="291600"/>
          </a:xfrm>
        </p:grpSpPr>
        <p:sp>
          <p:nvSpPr>
            <p:cNvPr id="875" name="Google Shape;1395;p28"/>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6" name="Google Shape;1396;p28"/>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77" name="Google Shape;1397;p28"/>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78" name="Google Shape;1398;p28"/>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79" name="Google Shape;1399;p28"/>
          <p:cNvGrpSpPr/>
          <p:nvPr/>
        </p:nvGrpSpPr>
        <p:grpSpPr>
          <a:xfrm>
            <a:off x="8012880" y="177840"/>
            <a:ext cx="174600" cy="174600"/>
            <a:chOff x="8012880" y="177840"/>
            <a:chExt cx="174600" cy="174600"/>
          </a:xfrm>
        </p:grpSpPr>
        <p:sp>
          <p:nvSpPr>
            <p:cNvPr id="880" name="Google Shape;1400;p28"/>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1" name="Google Shape;1401;p28"/>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2" name="Google Shape;1402;p28"/>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3" name="Google Shape;1403;p28"/>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84" name="Google Shape;1404;p28"/>
          <p:cNvGrpSpPr/>
          <p:nvPr/>
        </p:nvGrpSpPr>
        <p:grpSpPr>
          <a:xfrm>
            <a:off x="7551720" y="3880440"/>
            <a:ext cx="293040" cy="292680"/>
            <a:chOff x="7551720" y="3880440"/>
            <a:chExt cx="293040" cy="292680"/>
          </a:xfrm>
        </p:grpSpPr>
        <p:sp>
          <p:nvSpPr>
            <p:cNvPr id="885" name="Google Shape;1405;p28"/>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6" name="Google Shape;1406;p28"/>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7" name="Google Shape;1407;p28"/>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8" name="Google Shape;1408;p28"/>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89" name="Google Shape;1409;p28"/>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90" name="Google Shape;1410;p28"/>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91" name="Google Shape;1411;p28"/>
          <p:cNvGrpSpPr/>
          <p:nvPr/>
        </p:nvGrpSpPr>
        <p:grpSpPr>
          <a:xfrm>
            <a:off x="8333280" y="249120"/>
            <a:ext cx="26640" cy="174600"/>
            <a:chOff x="8333280" y="249120"/>
            <a:chExt cx="26640" cy="174600"/>
          </a:xfrm>
        </p:grpSpPr>
        <p:sp>
          <p:nvSpPr>
            <p:cNvPr id="892" name="Google Shape;1412;p28"/>
            <p:cNvSpPr/>
            <p:nvPr/>
          </p:nvSpPr>
          <p:spPr>
            <a:xfrm rot="16200000" flipV="1">
              <a:off x="8333280" y="397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3" name="Google Shape;1413;p28"/>
            <p:cNvSpPr/>
            <p:nvPr/>
          </p:nvSpPr>
          <p:spPr>
            <a:xfrm rot="16200000" flipV="1">
              <a:off x="8333280" y="3232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4" name="Google Shape;1414;p28"/>
            <p:cNvSpPr/>
            <p:nvPr/>
          </p:nvSpPr>
          <p:spPr>
            <a:xfrm rot="16200000" flipV="1">
              <a:off x="8333280" y="249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895" name="Google Shape;1415;p28"/>
          <p:cNvCxnSpPr/>
          <p:nvPr/>
        </p:nvCxnSpPr>
        <p:spPr>
          <a:xfrm flipH="1" flipV="1">
            <a:off x="1513800" y="1824840"/>
            <a:ext cx="126360" cy="1672920"/>
          </a:xfrm>
          <a:prstGeom prst="straightConnector1">
            <a:avLst/>
          </a:prstGeom>
          <a:ln w="9525">
            <a:solidFill>
              <a:srgbClr val="1A2E35"/>
            </a:solidFill>
            <a:round/>
          </a:ln>
        </p:spPr>
      </p:cxnSp>
      <p:cxnSp>
        <p:nvCxnSpPr>
          <p:cNvPr id="896" name="Google Shape;1416;p28"/>
          <p:cNvCxnSpPr/>
          <p:nvPr/>
        </p:nvCxnSpPr>
        <p:spPr>
          <a:xfrm flipV="1">
            <a:off x="889920" y="3510720"/>
            <a:ext cx="743760" cy="829800"/>
          </a:xfrm>
          <a:prstGeom prst="straightConnector1">
            <a:avLst/>
          </a:prstGeom>
          <a:ln w="9525">
            <a:solidFill>
              <a:srgbClr val="1A2E35"/>
            </a:solidFill>
            <a:round/>
          </a:ln>
        </p:spPr>
      </p:cxnSp>
      <p:cxnSp>
        <p:nvCxnSpPr>
          <p:cNvPr id="897" name="Google Shape;1417;p28"/>
          <p:cNvCxnSpPr/>
          <p:nvPr/>
        </p:nvCxnSpPr>
        <p:spPr>
          <a:xfrm flipH="1" flipV="1">
            <a:off x="909720" y="4347000"/>
            <a:ext cx="1188360" cy="796680"/>
          </a:xfrm>
          <a:prstGeom prst="straightConnector1">
            <a:avLst/>
          </a:prstGeom>
          <a:ln w="9525">
            <a:solidFill>
              <a:srgbClr val="1A2E35"/>
            </a:solidFill>
            <a:round/>
          </a:ln>
        </p:spPr>
      </p:cxnSp>
      <p:grpSp>
        <p:nvGrpSpPr>
          <p:cNvPr id="898" name="Google Shape;1418;p28"/>
          <p:cNvGrpSpPr/>
          <p:nvPr/>
        </p:nvGrpSpPr>
        <p:grpSpPr>
          <a:xfrm>
            <a:off x="621360" y="4062240"/>
            <a:ext cx="582120" cy="581400"/>
            <a:chOff x="621360" y="4062240"/>
            <a:chExt cx="582120" cy="581400"/>
          </a:xfrm>
        </p:grpSpPr>
        <p:sp>
          <p:nvSpPr>
            <p:cNvPr id="899" name="Google Shape;1419;p28"/>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0" name="Google Shape;1420;p28"/>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1" name="Google Shape;1421;p28"/>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2" name="Google Shape;1422;p28"/>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3" name="Google Shape;1423;p28"/>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4" name="Google Shape;1424;p28"/>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05" name="Google Shape;1425;p28"/>
          <p:cNvGrpSpPr/>
          <p:nvPr/>
        </p:nvGrpSpPr>
        <p:grpSpPr>
          <a:xfrm>
            <a:off x="1482840" y="3351240"/>
            <a:ext cx="292320" cy="291600"/>
            <a:chOff x="1482840" y="3351240"/>
            <a:chExt cx="292320" cy="291600"/>
          </a:xfrm>
        </p:grpSpPr>
        <p:sp>
          <p:nvSpPr>
            <p:cNvPr id="906" name="Google Shape;1426;p28"/>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7" name="Google Shape;1427;p28"/>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08" name="Google Shape;1428;p28"/>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9" name="Google Shape;1429;p28"/>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10" name="Google Shape;1430;p28"/>
          <p:cNvGrpSpPr/>
          <p:nvPr/>
        </p:nvGrpSpPr>
        <p:grpSpPr>
          <a:xfrm>
            <a:off x="1595520" y="4790160"/>
            <a:ext cx="174600" cy="174600"/>
            <a:chOff x="1595520" y="4790160"/>
            <a:chExt cx="174600" cy="174600"/>
          </a:xfrm>
        </p:grpSpPr>
        <p:sp>
          <p:nvSpPr>
            <p:cNvPr id="911" name="Google Shape;1431;p28"/>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2" name="Google Shape;1432;p28"/>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3" name="Google Shape;1433;p28"/>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4" name="Google Shape;1434;p28"/>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5" name="Google Shape;1435;p28"/>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6" name="Google Shape;1436;p28"/>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7" name="Google Shape;1437;p28"/>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8" name="Google Shape;1438;p28"/>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19" name="Google Shape;1439;p28"/>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0" name="Google Shape;1440;p28"/>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21" name="Google Shape;1441;p28"/>
          <p:cNvGrpSpPr/>
          <p:nvPr/>
        </p:nvGrpSpPr>
        <p:grpSpPr>
          <a:xfrm>
            <a:off x="1775520" y="1441440"/>
            <a:ext cx="26640" cy="174600"/>
            <a:chOff x="1775520" y="1441440"/>
            <a:chExt cx="26640" cy="174600"/>
          </a:xfrm>
        </p:grpSpPr>
        <p:sp>
          <p:nvSpPr>
            <p:cNvPr id="922" name="Google Shape;1442;p28"/>
            <p:cNvSpPr/>
            <p:nvPr/>
          </p:nvSpPr>
          <p:spPr>
            <a:xfrm rot="5400000">
              <a:off x="1775520" y="1441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3" name="Google Shape;1443;p28"/>
            <p:cNvSpPr/>
            <p:nvPr/>
          </p:nvSpPr>
          <p:spPr>
            <a:xfrm rot="5400000">
              <a:off x="1775520" y="15152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4" name="Google Shape;1444;p28"/>
            <p:cNvSpPr/>
            <p:nvPr/>
          </p:nvSpPr>
          <p:spPr>
            <a:xfrm rot="5400000">
              <a:off x="1775520" y="15894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5" name="Google Shape;1445;p28"/>
          <p:cNvGrpSpPr/>
          <p:nvPr/>
        </p:nvGrpSpPr>
        <p:grpSpPr>
          <a:xfrm>
            <a:off x="1893960" y="4488120"/>
            <a:ext cx="26640" cy="174600"/>
            <a:chOff x="1893960" y="4488120"/>
            <a:chExt cx="26640" cy="174600"/>
          </a:xfrm>
        </p:grpSpPr>
        <p:sp>
          <p:nvSpPr>
            <p:cNvPr id="926" name="Google Shape;1446;p28"/>
            <p:cNvSpPr/>
            <p:nvPr/>
          </p:nvSpPr>
          <p:spPr>
            <a:xfrm rot="5400000">
              <a:off x="1893960" y="44881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7" name="Google Shape;1447;p28"/>
            <p:cNvSpPr/>
            <p:nvPr/>
          </p:nvSpPr>
          <p:spPr>
            <a:xfrm rot="5400000">
              <a:off x="1893960" y="4561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28" name="Google Shape;1448;p28"/>
            <p:cNvSpPr/>
            <p:nvPr/>
          </p:nvSpPr>
          <p:spPr>
            <a:xfrm rot="5400000">
              <a:off x="1893960" y="46360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29" name="Google Shape;1449;p28"/>
          <p:cNvGrpSpPr/>
          <p:nvPr/>
        </p:nvGrpSpPr>
        <p:grpSpPr>
          <a:xfrm>
            <a:off x="483120" y="4066920"/>
            <a:ext cx="26640" cy="174600"/>
            <a:chOff x="483120" y="4066920"/>
            <a:chExt cx="26640" cy="174600"/>
          </a:xfrm>
        </p:grpSpPr>
        <p:sp>
          <p:nvSpPr>
            <p:cNvPr id="930" name="Google Shape;1450;p28"/>
            <p:cNvSpPr/>
            <p:nvPr/>
          </p:nvSpPr>
          <p:spPr>
            <a:xfrm rot="5400000">
              <a:off x="483120" y="40669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1" name="Google Shape;1451;p28"/>
            <p:cNvSpPr/>
            <p:nvPr/>
          </p:nvSpPr>
          <p:spPr>
            <a:xfrm rot="5400000">
              <a:off x="483120" y="41407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2" name="Google Shape;1452;p28"/>
            <p:cNvSpPr/>
            <p:nvPr/>
          </p:nvSpPr>
          <p:spPr>
            <a:xfrm rot="5400000">
              <a:off x="483120" y="4214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19">
    <p:bg>
      <p:bgPr>
        <a:solidFill>
          <a:schemeClr val="lt1"/>
        </a:solidFill>
        <a:effectLst/>
      </p:bgPr>
    </p:bg>
    <p:spTree>
      <p:nvGrpSpPr>
        <p:cNvPr id="1" name=""/>
        <p:cNvGrpSpPr/>
        <p:nvPr/>
      </p:nvGrpSpPr>
      <p:grpSpPr>
        <a:xfrm>
          <a:off x="0" y="0"/>
          <a:ext cx="0" cy="0"/>
          <a:chOff x="0" y="0"/>
          <a:chExt cx="0" cy="0"/>
        </a:xfrm>
      </p:grpSpPr>
      <p:grpSp>
        <p:nvGrpSpPr>
          <p:cNvPr id="933" name="Google Shape;1454;p29"/>
          <p:cNvGrpSpPr/>
          <p:nvPr/>
        </p:nvGrpSpPr>
        <p:grpSpPr>
          <a:xfrm>
            <a:off x="262080" y="-1080"/>
            <a:ext cx="8550000" cy="3981240"/>
            <a:chOff x="262080" y="-1080"/>
            <a:chExt cx="8550000" cy="3981240"/>
          </a:xfrm>
        </p:grpSpPr>
        <p:cxnSp>
          <p:nvCxnSpPr>
            <p:cNvPr id="934" name="Google Shape;1455;p29"/>
            <p:cNvCxnSpPr/>
            <p:nvPr/>
          </p:nvCxnSpPr>
          <p:spPr>
            <a:xfrm>
              <a:off x="515880" y="-1080"/>
              <a:ext cx="360" cy="3981600"/>
            </a:xfrm>
            <a:prstGeom prst="straightConnector1">
              <a:avLst/>
            </a:prstGeom>
            <a:ln w="9525">
              <a:solidFill>
                <a:srgbClr val="595959"/>
              </a:solidFill>
              <a:round/>
            </a:ln>
          </p:spPr>
        </p:cxnSp>
        <p:cxnSp>
          <p:nvCxnSpPr>
            <p:cNvPr id="935" name="Google Shape;1456;p29"/>
            <p:cNvCxnSpPr/>
            <p:nvPr/>
          </p:nvCxnSpPr>
          <p:spPr>
            <a:xfrm>
              <a:off x="8665920" y="-1080"/>
              <a:ext cx="360" cy="1902240"/>
            </a:xfrm>
            <a:prstGeom prst="straightConnector1">
              <a:avLst/>
            </a:prstGeom>
            <a:ln w="9525">
              <a:solidFill>
                <a:srgbClr val="595959"/>
              </a:solidFill>
              <a:round/>
            </a:ln>
          </p:spPr>
        </p:cxnSp>
        <p:grpSp>
          <p:nvGrpSpPr>
            <p:cNvPr id="936" name="Google Shape;1457;p29"/>
            <p:cNvGrpSpPr/>
            <p:nvPr/>
          </p:nvGrpSpPr>
          <p:grpSpPr>
            <a:xfrm>
              <a:off x="343440" y="3301200"/>
              <a:ext cx="344520" cy="344880"/>
              <a:chOff x="343440" y="3301200"/>
              <a:chExt cx="344520" cy="344880"/>
            </a:xfrm>
          </p:grpSpPr>
          <p:sp>
            <p:nvSpPr>
              <p:cNvPr id="937" name="Google Shape;1458;p29"/>
              <p:cNvSpPr/>
              <p:nvPr/>
            </p:nvSpPr>
            <p:spPr>
              <a:xfrm rot="10800000">
                <a:off x="348840" y="3306960"/>
                <a:ext cx="333360" cy="333360"/>
              </a:xfrm>
              <a:custGeom>
                <a:avLst/>
                <a:gdLst>
                  <a:gd name="textAreaLeft" fmla="*/ 0 w 333360"/>
                  <a:gd name="textAreaRight" fmla="*/ 333720 w 333360"/>
                  <a:gd name="textAreaTop" fmla="*/ 0 h 333360"/>
                  <a:gd name="textAreaBottom" fmla="*/ 333720 h 33336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8" name="Google Shape;1459;p29"/>
              <p:cNvSpPr/>
              <p:nvPr/>
            </p:nvSpPr>
            <p:spPr>
              <a:xfrm rot="10800000">
                <a:off x="343440" y="3301200"/>
                <a:ext cx="344520" cy="344880"/>
              </a:xfrm>
              <a:custGeom>
                <a:avLst/>
                <a:gdLst>
                  <a:gd name="textAreaLeft" fmla="*/ 0 w 344520"/>
                  <a:gd name="textAreaRight" fmla="*/ 344880 w 344520"/>
                  <a:gd name="textAreaTop" fmla="*/ 0 h 344880"/>
                  <a:gd name="textAreaBottom" fmla="*/ 345240 h 34488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9" name="Google Shape;1460;p29"/>
              <p:cNvSpPr/>
              <p:nvPr/>
            </p:nvSpPr>
            <p:spPr>
              <a:xfrm rot="10800000">
                <a:off x="422640" y="3380760"/>
                <a:ext cx="186480" cy="186480"/>
              </a:xfrm>
              <a:custGeom>
                <a:avLst/>
                <a:gdLst>
                  <a:gd name="textAreaLeft" fmla="*/ 0 w 186480"/>
                  <a:gd name="textAreaRight" fmla="*/ 186840 w 186480"/>
                  <a:gd name="textAreaTop" fmla="*/ 0 h 186480"/>
                  <a:gd name="textAreaBottom" fmla="*/ 186840 h 18648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0" name="Google Shape;1461;p29"/>
              <p:cNvSpPr/>
              <p:nvPr/>
            </p:nvSpPr>
            <p:spPr>
              <a:xfrm rot="10800000">
                <a:off x="416520" y="3375000"/>
                <a:ext cx="197640" cy="197640"/>
              </a:xfrm>
              <a:custGeom>
                <a:avLst/>
                <a:gdLst>
                  <a:gd name="textAreaLeft" fmla="*/ 0 w 197640"/>
                  <a:gd name="textAreaRight" fmla="*/ 198000 w 197640"/>
                  <a:gd name="textAreaTop" fmla="*/ 0 h 197640"/>
                  <a:gd name="textAreaBottom" fmla="*/ 198000 h 19764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1" name="Google Shape;1462;p29"/>
            <p:cNvGrpSpPr/>
            <p:nvPr/>
          </p:nvGrpSpPr>
          <p:grpSpPr>
            <a:xfrm>
              <a:off x="8520480" y="714960"/>
              <a:ext cx="291600" cy="292320"/>
              <a:chOff x="8520480" y="714960"/>
              <a:chExt cx="291600" cy="292320"/>
            </a:xfrm>
          </p:grpSpPr>
          <p:sp>
            <p:nvSpPr>
              <p:cNvPr id="942" name="Google Shape;1463;p29"/>
              <p:cNvSpPr/>
              <p:nvPr/>
            </p:nvSpPr>
            <p:spPr>
              <a:xfrm rot="10800000">
                <a:off x="8524800" y="72000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3" name="Google Shape;1464;p29"/>
              <p:cNvSpPr/>
              <p:nvPr/>
            </p:nvSpPr>
            <p:spPr>
              <a:xfrm rot="10800000">
                <a:off x="8520480" y="71496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4" name="Google Shape;1465;p29"/>
              <p:cNvSpPr/>
              <p:nvPr/>
            </p:nvSpPr>
            <p:spPr>
              <a:xfrm rot="10800000">
                <a:off x="8587080" y="78228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5" name="Google Shape;1466;p29"/>
              <p:cNvSpPr/>
              <p:nvPr/>
            </p:nvSpPr>
            <p:spPr>
              <a:xfrm rot="10800000">
                <a:off x="8582040" y="7776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46" name="Google Shape;1467;p29"/>
            <p:cNvGrpSpPr/>
            <p:nvPr/>
          </p:nvGrpSpPr>
          <p:grpSpPr>
            <a:xfrm>
              <a:off x="262080" y="465480"/>
              <a:ext cx="507240" cy="507600"/>
              <a:chOff x="262080" y="465480"/>
              <a:chExt cx="507240" cy="507600"/>
            </a:xfrm>
          </p:grpSpPr>
          <p:sp>
            <p:nvSpPr>
              <p:cNvPr id="947" name="Google Shape;1468;p29"/>
              <p:cNvSpPr/>
              <p:nvPr/>
            </p:nvSpPr>
            <p:spPr>
              <a:xfrm rot="10800000">
                <a:off x="266040" y="469800"/>
                <a:ext cx="499320" cy="498960"/>
              </a:xfrm>
              <a:custGeom>
                <a:avLst/>
                <a:gdLst>
                  <a:gd name="textAreaLeft" fmla="*/ 0 w 499320"/>
                  <a:gd name="textAreaRight" fmla="*/ 499680 w 499320"/>
                  <a:gd name="textAreaTop" fmla="*/ 0 h 498960"/>
                  <a:gd name="textAreaBottom" fmla="*/ 499320 h 49896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8" name="Google Shape;1469;p29"/>
              <p:cNvSpPr/>
              <p:nvPr/>
            </p:nvSpPr>
            <p:spPr>
              <a:xfrm rot="10800000">
                <a:off x="262080" y="465480"/>
                <a:ext cx="507240" cy="507600"/>
              </a:xfrm>
              <a:custGeom>
                <a:avLst/>
                <a:gdLst>
                  <a:gd name="textAreaLeft" fmla="*/ 0 w 507240"/>
                  <a:gd name="textAreaRight" fmla="*/ 507600 w 507240"/>
                  <a:gd name="textAreaTop" fmla="*/ 0 h 507600"/>
                  <a:gd name="textAreaBottom" fmla="*/ 507960 h 50760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49" name="Google Shape;1470;p29"/>
              <p:cNvSpPr/>
              <p:nvPr/>
            </p:nvSpPr>
            <p:spPr>
              <a:xfrm rot="10800000">
                <a:off x="329400" y="532800"/>
                <a:ext cx="372960" cy="372600"/>
              </a:xfrm>
              <a:custGeom>
                <a:avLst/>
                <a:gdLst>
                  <a:gd name="textAreaLeft" fmla="*/ 0 w 372960"/>
                  <a:gd name="textAreaRight" fmla="*/ 373320 w 372960"/>
                  <a:gd name="textAreaTop" fmla="*/ 0 h 372600"/>
                  <a:gd name="textAreaBottom" fmla="*/ 372960 h 37260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0" name="Google Shape;1471;p29"/>
              <p:cNvSpPr/>
              <p:nvPr/>
            </p:nvSpPr>
            <p:spPr>
              <a:xfrm rot="10800000">
                <a:off x="325080" y="528480"/>
                <a:ext cx="380880" cy="381240"/>
              </a:xfrm>
              <a:custGeom>
                <a:avLst/>
                <a:gdLst>
                  <a:gd name="textAreaLeft" fmla="*/ 0 w 380880"/>
                  <a:gd name="textAreaRight" fmla="*/ 381240 w 380880"/>
                  <a:gd name="textAreaTop" fmla="*/ 0 h 381240"/>
                  <a:gd name="textAreaBottom" fmla="*/ 381600 h 3812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1" name="Google Shape;1472;p29"/>
              <p:cNvSpPr/>
              <p:nvPr/>
            </p:nvSpPr>
            <p:spPr>
              <a:xfrm rot="10800000">
                <a:off x="398160" y="601560"/>
                <a:ext cx="235440" cy="235440"/>
              </a:xfrm>
              <a:custGeom>
                <a:avLst/>
                <a:gdLst>
                  <a:gd name="textAreaLeft" fmla="*/ 0 w 235440"/>
                  <a:gd name="textAreaRight" fmla="*/ 235800 w 235440"/>
                  <a:gd name="textAreaTop" fmla="*/ 0 h 235440"/>
                  <a:gd name="textAreaBottom" fmla="*/ 235800 h 23544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2" name="Google Shape;1473;p29"/>
              <p:cNvSpPr/>
              <p:nvPr/>
            </p:nvSpPr>
            <p:spPr>
              <a:xfrm rot="10800000">
                <a:off x="393840" y="597600"/>
                <a:ext cx="243720" cy="243360"/>
              </a:xfrm>
              <a:custGeom>
                <a:avLst/>
                <a:gdLst>
                  <a:gd name="textAreaLeft" fmla="*/ 0 w 243720"/>
                  <a:gd name="textAreaRight" fmla="*/ 244080 w 243720"/>
                  <a:gd name="textAreaTop" fmla="*/ 0 h 243360"/>
                  <a:gd name="textAreaBottom" fmla="*/ 243720 h 24336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0">
    <p:bg>
      <p:bgPr>
        <a:solidFill>
          <a:schemeClr val="lt1"/>
        </a:solidFill>
        <a:effectLst/>
      </p:bgPr>
    </p:bg>
    <p:spTree>
      <p:nvGrpSpPr>
        <p:cNvPr id="1" name=""/>
        <p:cNvGrpSpPr/>
        <p:nvPr/>
      </p:nvGrpSpPr>
      <p:grpSpPr>
        <a:xfrm>
          <a:off x="0" y="0"/>
          <a:ext cx="0" cy="0"/>
          <a:chOff x="0" y="0"/>
          <a:chExt cx="0" cy="0"/>
        </a:xfrm>
      </p:grpSpPr>
      <p:grpSp>
        <p:nvGrpSpPr>
          <p:cNvPr id="953" name="Google Shape;1475;p30"/>
          <p:cNvGrpSpPr/>
          <p:nvPr/>
        </p:nvGrpSpPr>
        <p:grpSpPr>
          <a:xfrm>
            <a:off x="432720" y="0"/>
            <a:ext cx="8278200" cy="5165640"/>
            <a:chOff x="432720" y="0"/>
            <a:chExt cx="8278200" cy="5165640"/>
          </a:xfrm>
        </p:grpSpPr>
        <p:cxnSp>
          <p:nvCxnSpPr>
            <p:cNvPr id="954" name="Google Shape;1476;p30"/>
            <p:cNvCxnSpPr/>
            <p:nvPr/>
          </p:nvCxnSpPr>
          <p:spPr>
            <a:xfrm flipV="1">
              <a:off x="8420040" y="2664000"/>
              <a:ext cx="360" cy="2502000"/>
            </a:xfrm>
            <a:prstGeom prst="straightConnector1">
              <a:avLst/>
            </a:prstGeom>
            <a:ln w="9525">
              <a:solidFill>
                <a:srgbClr val="595959"/>
              </a:solidFill>
              <a:round/>
            </a:ln>
          </p:spPr>
        </p:cxnSp>
        <p:grpSp>
          <p:nvGrpSpPr>
            <p:cNvPr id="955" name="Google Shape;1477;p30"/>
            <p:cNvGrpSpPr/>
            <p:nvPr/>
          </p:nvGrpSpPr>
          <p:grpSpPr>
            <a:xfrm>
              <a:off x="8129520" y="4292280"/>
              <a:ext cx="581400" cy="582120"/>
              <a:chOff x="8129520" y="4292280"/>
              <a:chExt cx="581400" cy="582120"/>
            </a:xfrm>
          </p:grpSpPr>
          <p:sp>
            <p:nvSpPr>
              <p:cNvPr id="956" name="Google Shape;1478;p30"/>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7" name="Google Shape;1479;p30"/>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8" name="Google Shape;1480;p30"/>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9" name="Google Shape;1481;p30"/>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0" name="Google Shape;1482;p30"/>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1" name="Google Shape;1483;p30"/>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2" name="Google Shape;1484;p30"/>
            <p:cNvGrpSpPr/>
            <p:nvPr/>
          </p:nvGrpSpPr>
          <p:grpSpPr>
            <a:xfrm>
              <a:off x="8274240" y="3720600"/>
              <a:ext cx="291600" cy="292320"/>
              <a:chOff x="8274240" y="3720600"/>
              <a:chExt cx="291600" cy="292320"/>
            </a:xfrm>
          </p:grpSpPr>
          <p:sp>
            <p:nvSpPr>
              <p:cNvPr id="963" name="Google Shape;1485;p30"/>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4" name="Google Shape;1486;p30"/>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65" name="Google Shape;1487;p30"/>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6" name="Google Shape;1488;p30"/>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67" name="Google Shape;1489;p30"/>
            <p:cNvGrpSpPr/>
            <p:nvPr/>
          </p:nvGrpSpPr>
          <p:grpSpPr>
            <a:xfrm>
              <a:off x="8332920" y="3212640"/>
              <a:ext cx="174600" cy="174600"/>
              <a:chOff x="8332920" y="3212640"/>
              <a:chExt cx="174600" cy="174600"/>
            </a:xfrm>
          </p:grpSpPr>
          <p:sp>
            <p:nvSpPr>
              <p:cNvPr id="968" name="Google Shape;1490;p30"/>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9" name="Google Shape;1491;p30"/>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0" name="Google Shape;1492;p30"/>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1" name="Google Shape;1493;p30"/>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972" name="Google Shape;1494;p30"/>
            <p:cNvCxnSpPr/>
            <p:nvPr/>
          </p:nvCxnSpPr>
          <p:spPr>
            <a:xfrm>
              <a:off x="723600" y="360"/>
              <a:ext cx="360" cy="2502000"/>
            </a:xfrm>
            <a:prstGeom prst="straightConnector1">
              <a:avLst/>
            </a:prstGeom>
            <a:ln w="9525">
              <a:solidFill>
                <a:srgbClr val="595959"/>
              </a:solidFill>
              <a:round/>
            </a:ln>
          </p:spPr>
        </p:cxnSp>
        <p:grpSp>
          <p:nvGrpSpPr>
            <p:cNvPr id="973" name="Google Shape;1495;p30"/>
            <p:cNvGrpSpPr/>
            <p:nvPr/>
          </p:nvGrpSpPr>
          <p:grpSpPr>
            <a:xfrm>
              <a:off x="433080" y="291960"/>
              <a:ext cx="581400" cy="582120"/>
              <a:chOff x="433080" y="291960"/>
              <a:chExt cx="581400" cy="582120"/>
            </a:xfrm>
          </p:grpSpPr>
          <p:sp>
            <p:nvSpPr>
              <p:cNvPr id="974" name="Google Shape;1496;p30"/>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5" name="Google Shape;1497;p30"/>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6" name="Google Shape;1498;p30"/>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7" name="Google Shape;1499;p30"/>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78" name="Google Shape;1500;p30"/>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9" name="Google Shape;1501;p30"/>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0" name="Google Shape;1502;p30"/>
            <p:cNvGrpSpPr/>
            <p:nvPr/>
          </p:nvGrpSpPr>
          <p:grpSpPr>
            <a:xfrm>
              <a:off x="578160" y="1153440"/>
              <a:ext cx="291600" cy="292320"/>
              <a:chOff x="578160" y="1153440"/>
              <a:chExt cx="291600" cy="292320"/>
            </a:xfrm>
          </p:grpSpPr>
          <p:sp>
            <p:nvSpPr>
              <p:cNvPr id="981" name="Google Shape;1503;p30"/>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2" name="Google Shape;1504;p30"/>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3" name="Google Shape;1505;p30"/>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4" name="Google Shape;1506;p30"/>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85" name="Google Shape;1507;p30"/>
            <p:cNvGrpSpPr/>
            <p:nvPr/>
          </p:nvGrpSpPr>
          <p:grpSpPr>
            <a:xfrm>
              <a:off x="636480" y="1779120"/>
              <a:ext cx="174600" cy="174600"/>
              <a:chOff x="636480" y="1779120"/>
              <a:chExt cx="174600" cy="174600"/>
            </a:xfrm>
          </p:grpSpPr>
          <p:sp>
            <p:nvSpPr>
              <p:cNvPr id="986" name="Google Shape;1508;p30"/>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7" name="Google Shape;1509;p30"/>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88" name="Google Shape;1510;p30"/>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9" name="Google Shape;1511;p30"/>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0" name="Google Shape;1512;p30"/>
            <p:cNvGrpSpPr/>
            <p:nvPr/>
          </p:nvGrpSpPr>
          <p:grpSpPr>
            <a:xfrm>
              <a:off x="432720" y="2003040"/>
              <a:ext cx="174960" cy="26640"/>
              <a:chOff x="432720" y="2003040"/>
              <a:chExt cx="174960" cy="26640"/>
            </a:xfrm>
          </p:grpSpPr>
          <p:sp>
            <p:nvSpPr>
              <p:cNvPr id="991" name="Google Shape;1513;p30"/>
              <p:cNvSpPr/>
              <p:nvPr/>
            </p:nvSpPr>
            <p:spPr>
              <a:xfrm>
                <a:off x="43272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2" name="Google Shape;1514;p30"/>
              <p:cNvSpPr/>
              <p:nvPr/>
            </p:nvSpPr>
            <p:spPr>
              <a:xfrm>
                <a:off x="50688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3" name="Google Shape;1515;p30"/>
              <p:cNvSpPr/>
              <p:nvPr/>
            </p:nvSpPr>
            <p:spPr>
              <a:xfrm>
                <a:off x="581040" y="20030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4" name="Google Shape;1516;p30"/>
            <p:cNvGrpSpPr/>
            <p:nvPr/>
          </p:nvGrpSpPr>
          <p:grpSpPr>
            <a:xfrm>
              <a:off x="788040" y="208440"/>
              <a:ext cx="174600" cy="26640"/>
              <a:chOff x="788040" y="208440"/>
              <a:chExt cx="174600" cy="26640"/>
            </a:xfrm>
          </p:grpSpPr>
          <p:sp>
            <p:nvSpPr>
              <p:cNvPr id="995" name="Google Shape;1517;p30"/>
              <p:cNvSpPr/>
              <p:nvPr/>
            </p:nvSpPr>
            <p:spPr>
              <a:xfrm>
                <a:off x="78804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6" name="Google Shape;1518;p30"/>
              <p:cNvSpPr/>
              <p:nvPr/>
            </p:nvSpPr>
            <p:spPr>
              <a:xfrm>
                <a:off x="8622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7" name="Google Shape;1519;p30"/>
              <p:cNvSpPr/>
              <p:nvPr/>
            </p:nvSpPr>
            <p:spPr>
              <a:xfrm>
                <a:off x="936000" y="20844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998" name="Google Shape;1520;p30"/>
            <p:cNvGrpSpPr/>
            <p:nvPr/>
          </p:nvGrpSpPr>
          <p:grpSpPr>
            <a:xfrm>
              <a:off x="8129520" y="4988880"/>
              <a:ext cx="174600" cy="26640"/>
              <a:chOff x="8129520" y="4988880"/>
              <a:chExt cx="174600" cy="26640"/>
            </a:xfrm>
          </p:grpSpPr>
          <p:sp>
            <p:nvSpPr>
              <p:cNvPr id="999" name="Google Shape;1521;p30"/>
              <p:cNvSpPr/>
              <p:nvPr/>
            </p:nvSpPr>
            <p:spPr>
              <a:xfrm>
                <a:off x="81295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0" name="Google Shape;1522;p30"/>
              <p:cNvSpPr/>
              <p:nvPr/>
            </p:nvSpPr>
            <p:spPr>
              <a:xfrm>
                <a:off x="820332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1" name="Google Shape;1523;p30"/>
              <p:cNvSpPr/>
              <p:nvPr/>
            </p:nvSpPr>
            <p:spPr>
              <a:xfrm>
                <a:off x="8277480" y="498888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02" name="Google Shape;1524;p30"/>
            <p:cNvGrpSpPr/>
            <p:nvPr/>
          </p:nvGrpSpPr>
          <p:grpSpPr>
            <a:xfrm>
              <a:off x="8497440" y="3429360"/>
              <a:ext cx="174600" cy="26640"/>
              <a:chOff x="8497440" y="3429360"/>
              <a:chExt cx="174600" cy="26640"/>
            </a:xfrm>
          </p:grpSpPr>
          <p:sp>
            <p:nvSpPr>
              <p:cNvPr id="1003" name="Google Shape;1525;p30"/>
              <p:cNvSpPr/>
              <p:nvPr/>
            </p:nvSpPr>
            <p:spPr>
              <a:xfrm>
                <a:off x="849744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4" name="Google Shape;1526;p30"/>
              <p:cNvSpPr/>
              <p:nvPr/>
            </p:nvSpPr>
            <p:spPr>
              <a:xfrm>
                <a:off x="85716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5" name="Google Shape;1527;p30"/>
              <p:cNvSpPr/>
              <p:nvPr/>
            </p:nvSpPr>
            <p:spPr>
              <a:xfrm>
                <a:off x="8645400" y="34293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06" name="Google Shape;1528;p30"/>
            <p:cNvCxnSpPr/>
            <p:nvPr/>
          </p:nvCxnSpPr>
          <p:spPr>
            <a:xfrm>
              <a:off x="8407080" y="0"/>
              <a:ext cx="360" cy="2161080"/>
            </a:xfrm>
            <a:prstGeom prst="straightConnector1">
              <a:avLst/>
            </a:prstGeom>
            <a:ln w="9525">
              <a:solidFill>
                <a:srgbClr val="595959"/>
              </a:solidFill>
              <a:round/>
            </a:ln>
          </p:spPr>
        </p:cxnSp>
        <p:cxnSp>
          <p:nvCxnSpPr>
            <p:cNvPr id="1007" name="Google Shape;1529;p30"/>
            <p:cNvCxnSpPr/>
            <p:nvPr/>
          </p:nvCxnSpPr>
          <p:spPr>
            <a:xfrm>
              <a:off x="717840" y="2985480"/>
              <a:ext cx="360" cy="2161080"/>
            </a:xfrm>
            <a:prstGeom prst="straightConnector1">
              <a:avLst/>
            </a:prstGeom>
            <a:ln w="9525">
              <a:solidFill>
                <a:srgbClr val="595959"/>
              </a:solidFill>
              <a:round/>
            </a:ln>
          </p:spPr>
        </p:cxnSp>
        <p:sp>
          <p:nvSpPr>
            <p:cNvPr id="1008" name="Google Shape;1530;p30"/>
            <p:cNvSpPr/>
            <p:nvPr/>
          </p:nvSpPr>
          <p:spPr>
            <a:xfrm>
              <a:off x="671760" y="458784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9" name="Google Shape;1531;p30"/>
            <p:cNvSpPr/>
            <p:nvPr/>
          </p:nvSpPr>
          <p:spPr>
            <a:xfrm>
              <a:off x="671760" y="394020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0" name="Google Shape;1532;p30"/>
            <p:cNvSpPr/>
            <p:nvPr/>
          </p:nvSpPr>
          <p:spPr>
            <a:xfrm>
              <a:off x="8361000" y="145368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1" name="Google Shape;1533;p30"/>
            <p:cNvSpPr/>
            <p:nvPr/>
          </p:nvSpPr>
          <p:spPr>
            <a:xfrm>
              <a:off x="8361000" y="234720"/>
              <a:ext cx="92160" cy="92160"/>
            </a:xfrm>
            <a:prstGeom prst="ellipse">
              <a:avLst/>
            </a:prstGeom>
            <a:solidFill>
              <a:srgbClr val="595959"/>
            </a:solidFill>
            <a:ln w="9525">
              <a:solidFill>
                <a:srgbClr val="595959"/>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grpSp>
        <p:nvGrpSpPr>
          <p:cNvPr id="1012" name="Google Shape;111;p4"/>
          <p:cNvGrpSpPr/>
          <p:nvPr/>
        </p:nvGrpSpPr>
        <p:grpSpPr>
          <a:xfrm>
            <a:off x="4484520" y="4433040"/>
            <a:ext cx="174600" cy="26640"/>
            <a:chOff x="4484520" y="4433040"/>
            <a:chExt cx="174600" cy="26640"/>
          </a:xfrm>
        </p:grpSpPr>
        <p:sp>
          <p:nvSpPr>
            <p:cNvPr id="1013" name="Google Shape;112;p4"/>
            <p:cNvSpPr/>
            <p:nvPr/>
          </p:nvSpPr>
          <p:spPr>
            <a:xfrm>
              <a:off x="448452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4" name="Google Shape;113;p4"/>
            <p:cNvSpPr/>
            <p:nvPr/>
          </p:nvSpPr>
          <p:spPr>
            <a:xfrm>
              <a:off x="45586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15" name="Google Shape;114;p4"/>
            <p:cNvSpPr/>
            <p:nvPr/>
          </p:nvSpPr>
          <p:spPr>
            <a:xfrm>
              <a:off x="4632480" y="443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16" name="PlaceHolder 1"/>
          <p:cNvSpPr>
            <a:spLocks noGrp="1"/>
          </p:cNvSpPr>
          <p:nvPr>
            <p:ph type="title"/>
          </p:nvPr>
        </p:nvSpPr>
        <p:spPr>
          <a:xfrm>
            <a:off x="1794960" y="2477880"/>
            <a:ext cx="555372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017" name="Google Shape;116;p4"/>
          <p:cNvGrpSpPr/>
          <p:nvPr/>
        </p:nvGrpSpPr>
        <p:grpSpPr>
          <a:xfrm>
            <a:off x="432720" y="0"/>
            <a:ext cx="8278200" cy="5165640"/>
            <a:chOff x="432720" y="0"/>
            <a:chExt cx="8278200" cy="5165640"/>
          </a:xfrm>
        </p:grpSpPr>
        <p:cxnSp>
          <p:nvCxnSpPr>
            <p:cNvPr id="1018" name="Google Shape;117;p4"/>
            <p:cNvCxnSpPr/>
            <p:nvPr/>
          </p:nvCxnSpPr>
          <p:spPr>
            <a:xfrm flipV="1">
              <a:off x="8420040" y="2664000"/>
              <a:ext cx="360" cy="2502000"/>
            </a:xfrm>
            <a:prstGeom prst="straightConnector1">
              <a:avLst/>
            </a:prstGeom>
            <a:ln w="9525">
              <a:solidFill>
                <a:srgbClr val="3D3D3D"/>
              </a:solidFill>
              <a:round/>
            </a:ln>
          </p:spPr>
        </p:cxnSp>
        <p:grpSp>
          <p:nvGrpSpPr>
            <p:cNvPr id="1019" name="Google Shape;118;p4"/>
            <p:cNvGrpSpPr/>
            <p:nvPr/>
          </p:nvGrpSpPr>
          <p:grpSpPr>
            <a:xfrm>
              <a:off x="8129520" y="4292280"/>
              <a:ext cx="581400" cy="582120"/>
              <a:chOff x="8129520" y="4292280"/>
              <a:chExt cx="581400" cy="582120"/>
            </a:xfrm>
          </p:grpSpPr>
          <p:sp>
            <p:nvSpPr>
              <p:cNvPr id="1020"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1"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2"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3"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4"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5"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26" name="Google Shape;125;p4"/>
            <p:cNvGrpSpPr/>
            <p:nvPr/>
          </p:nvGrpSpPr>
          <p:grpSpPr>
            <a:xfrm>
              <a:off x="8274240" y="3720600"/>
              <a:ext cx="291600" cy="292320"/>
              <a:chOff x="8274240" y="3720600"/>
              <a:chExt cx="291600" cy="292320"/>
            </a:xfrm>
          </p:grpSpPr>
          <p:sp>
            <p:nvSpPr>
              <p:cNvPr id="1027"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28"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29"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0"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31" name="Google Shape;130;p4"/>
            <p:cNvGrpSpPr/>
            <p:nvPr/>
          </p:nvGrpSpPr>
          <p:grpSpPr>
            <a:xfrm>
              <a:off x="8332920" y="3212640"/>
              <a:ext cx="174600" cy="174600"/>
              <a:chOff x="8332920" y="3212640"/>
              <a:chExt cx="174600" cy="174600"/>
            </a:xfrm>
          </p:grpSpPr>
          <p:sp>
            <p:nvSpPr>
              <p:cNvPr id="1032"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3"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4"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5"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36" name="Google Shape;135;p4"/>
            <p:cNvCxnSpPr/>
            <p:nvPr/>
          </p:nvCxnSpPr>
          <p:spPr>
            <a:xfrm>
              <a:off x="723600" y="360"/>
              <a:ext cx="360" cy="2502000"/>
            </a:xfrm>
            <a:prstGeom prst="straightConnector1">
              <a:avLst/>
            </a:prstGeom>
            <a:ln w="9525">
              <a:solidFill>
                <a:srgbClr val="3D3D3D"/>
              </a:solidFill>
              <a:round/>
            </a:ln>
          </p:spPr>
        </p:cxnSp>
        <p:grpSp>
          <p:nvGrpSpPr>
            <p:cNvPr id="1037" name="Google Shape;136;p4"/>
            <p:cNvGrpSpPr/>
            <p:nvPr/>
          </p:nvGrpSpPr>
          <p:grpSpPr>
            <a:xfrm>
              <a:off x="433080" y="291960"/>
              <a:ext cx="581400" cy="582120"/>
              <a:chOff x="433080" y="291960"/>
              <a:chExt cx="581400" cy="582120"/>
            </a:xfrm>
          </p:grpSpPr>
          <p:sp>
            <p:nvSpPr>
              <p:cNvPr id="1038"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39"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0"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1"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2"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3"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4" name="Google Shape;143;p4"/>
            <p:cNvGrpSpPr/>
            <p:nvPr/>
          </p:nvGrpSpPr>
          <p:grpSpPr>
            <a:xfrm>
              <a:off x="578160" y="1153440"/>
              <a:ext cx="291600" cy="292320"/>
              <a:chOff x="578160" y="1153440"/>
              <a:chExt cx="291600" cy="292320"/>
            </a:xfrm>
          </p:grpSpPr>
          <p:sp>
            <p:nvSpPr>
              <p:cNvPr id="1045"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6"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7"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48"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49" name="Google Shape;148;p4"/>
            <p:cNvGrpSpPr/>
            <p:nvPr/>
          </p:nvGrpSpPr>
          <p:grpSpPr>
            <a:xfrm>
              <a:off x="636480" y="1779120"/>
              <a:ext cx="174600" cy="174600"/>
              <a:chOff x="636480" y="1779120"/>
              <a:chExt cx="174600" cy="174600"/>
            </a:xfrm>
          </p:grpSpPr>
          <p:sp>
            <p:nvSpPr>
              <p:cNvPr id="1050"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1"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2"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53"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4" name="Google Shape;153;p4"/>
            <p:cNvGrpSpPr/>
            <p:nvPr/>
          </p:nvGrpSpPr>
          <p:grpSpPr>
            <a:xfrm>
              <a:off x="432720" y="2003040"/>
              <a:ext cx="174960" cy="26640"/>
              <a:chOff x="432720" y="2003040"/>
              <a:chExt cx="174960" cy="26640"/>
            </a:xfrm>
          </p:grpSpPr>
          <p:sp>
            <p:nvSpPr>
              <p:cNvPr id="1055" name="Google Shape;154;p4"/>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6" name="Google Shape;155;p4"/>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57" name="Google Shape;156;p4"/>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8" name="Google Shape;157;p4"/>
            <p:cNvGrpSpPr/>
            <p:nvPr/>
          </p:nvGrpSpPr>
          <p:grpSpPr>
            <a:xfrm>
              <a:off x="788040" y="208440"/>
              <a:ext cx="174600" cy="26640"/>
              <a:chOff x="788040" y="208440"/>
              <a:chExt cx="174600" cy="26640"/>
            </a:xfrm>
          </p:grpSpPr>
          <p:sp>
            <p:nvSpPr>
              <p:cNvPr id="1059" name="Google Shape;158;p4"/>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0" name="Google Shape;159;p4"/>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1" name="Google Shape;160;p4"/>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2" name="Google Shape;161;p4"/>
            <p:cNvGrpSpPr/>
            <p:nvPr/>
          </p:nvGrpSpPr>
          <p:grpSpPr>
            <a:xfrm>
              <a:off x="8129520" y="4988880"/>
              <a:ext cx="174600" cy="26640"/>
              <a:chOff x="8129520" y="4988880"/>
              <a:chExt cx="174600" cy="26640"/>
            </a:xfrm>
          </p:grpSpPr>
          <p:sp>
            <p:nvSpPr>
              <p:cNvPr id="1063" name="Google Shape;162;p4"/>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4" name="Google Shape;163;p4"/>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5" name="Google Shape;164;p4"/>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66" name="Google Shape;165;p4"/>
            <p:cNvGrpSpPr/>
            <p:nvPr/>
          </p:nvGrpSpPr>
          <p:grpSpPr>
            <a:xfrm>
              <a:off x="8497440" y="3429360"/>
              <a:ext cx="174600" cy="26640"/>
              <a:chOff x="8497440" y="3429360"/>
              <a:chExt cx="174600" cy="26640"/>
            </a:xfrm>
          </p:grpSpPr>
          <p:sp>
            <p:nvSpPr>
              <p:cNvPr id="1067" name="Google Shape;166;p4"/>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8" name="Google Shape;167;p4"/>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69" name="Google Shape;168;p4"/>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070" name="Google Shape;169;p4"/>
            <p:cNvCxnSpPr/>
            <p:nvPr/>
          </p:nvCxnSpPr>
          <p:spPr>
            <a:xfrm>
              <a:off x="8407080" y="0"/>
              <a:ext cx="360" cy="2161080"/>
            </a:xfrm>
            <a:prstGeom prst="straightConnector1">
              <a:avLst/>
            </a:prstGeom>
            <a:ln w="9525">
              <a:solidFill>
                <a:srgbClr val="3D3D3D"/>
              </a:solidFill>
              <a:round/>
            </a:ln>
          </p:spPr>
        </p:cxnSp>
        <p:cxnSp>
          <p:nvCxnSpPr>
            <p:cNvPr id="1071" name="Google Shape;170;p4"/>
            <p:cNvCxnSpPr/>
            <p:nvPr/>
          </p:nvCxnSpPr>
          <p:spPr>
            <a:xfrm>
              <a:off x="717840" y="2985480"/>
              <a:ext cx="360" cy="2161080"/>
            </a:xfrm>
            <a:prstGeom prst="straightConnector1">
              <a:avLst/>
            </a:prstGeom>
            <a:ln w="9525">
              <a:solidFill>
                <a:srgbClr val="3D3D3D"/>
              </a:solidFill>
              <a:round/>
            </a:ln>
          </p:spPr>
        </p:cxnSp>
        <p:sp>
          <p:nvSpPr>
            <p:cNvPr id="1072" name="Google Shape;171;p4"/>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3" name="Google Shape;172;p4"/>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4" name="Google Shape;173;p4"/>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5" name="Google Shape;174;p4"/>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7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1">
    <p:bg>
      <p:bgPr>
        <a:solidFill>
          <a:schemeClr val="lt1"/>
        </a:solidFill>
        <a:effectLst/>
      </p:bgPr>
    </p:bg>
    <p:spTree>
      <p:nvGrpSpPr>
        <p:cNvPr id="1" name=""/>
        <p:cNvGrpSpPr/>
        <p:nvPr/>
      </p:nvGrpSpPr>
      <p:grpSpPr>
        <a:xfrm>
          <a:off x="0" y="0"/>
          <a:ext cx="0" cy="0"/>
          <a:chOff x="0" y="0"/>
          <a:chExt cx="0" cy="0"/>
        </a:xfrm>
      </p:grpSpPr>
      <p:grpSp>
        <p:nvGrpSpPr>
          <p:cNvPr id="1077" name="Google Shape;1535;p31"/>
          <p:cNvGrpSpPr/>
          <p:nvPr/>
        </p:nvGrpSpPr>
        <p:grpSpPr>
          <a:xfrm>
            <a:off x="-6840" y="-6480"/>
            <a:ext cx="9152280" cy="5101560"/>
            <a:chOff x="-6840" y="-6480"/>
            <a:chExt cx="9152280" cy="5101560"/>
          </a:xfrm>
        </p:grpSpPr>
        <p:cxnSp>
          <p:nvCxnSpPr>
            <p:cNvPr id="1078" name="Google Shape;1536;p31"/>
            <p:cNvCxnSpPr/>
            <p:nvPr/>
          </p:nvCxnSpPr>
          <p:spPr>
            <a:xfrm>
              <a:off x="2904120" y="4512960"/>
              <a:ext cx="1133280" cy="306720"/>
            </a:xfrm>
            <a:prstGeom prst="straightConnector1">
              <a:avLst/>
            </a:prstGeom>
            <a:ln w="9525">
              <a:solidFill>
                <a:srgbClr val="494949"/>
              </a:solidFill>
              <a:round/>
            </a:ln>
          </p:spPr>
        </p:cxnSp>
        <p:cxnSp>
          <p:nvCxnSpPr>
            <p:cNvPr id="1079" name="Google Shape;1537;p31"/>
            <p:cNvCxnSpPr/>
            <p:nvPr/>
          </p:nvCxnSpPr>
          <p:spPr>
            <a:xfrm flipV="1">
              <a:off x="1562040" y="4492080"/>
              <a:ext cx="1342440" cy="315720"/>
            </a:xfrm>
            <a:prstGeom prst="straightConnector1">
              <a:avLst/>
            </a:prstGeom>
            <a:ln w="9525">
              <a:solidFill>
                <a:srgbClr val="494949"/>
              </a:solidFill>
              <a:round/>
            </a:ln>
          </p:spPr>
        </p:cxnSp>
        <p:cxnSp>
          <p:nvCxnSpPr>
            <p:cNvPr id="1080" name="Google Shape;1538;p31"/>
            <p:cNvCxnSpPr/>
            <p:nvPr/>
          </p:nvCxnSpPr>
          <p:spPr>
            <a:xfrm>
              <a:off x="259200" y="4407840"/>
              <a:ext cx="1332360" cy="392400"/>
            </a:xfrm>
            <a:prstGeom prst="straightConnector1">
              <a:avLst/>
            </a:prstGeom>
            <a:ln w="9525">
              <a:solidFill>
                <a:srgbClr val="494949"/>
              </a:solidFill>
              <a:round/>
            </a:ln>
          </p:spPr>
        </p:cxnSp>
        <p:cxnSp>
          <p:nvCxnSpPr>
            <p:cNvPr id="1081" name="Google Shape;1539;p31"/>
            <p:cNvCxnSpPr/>
            <p:nvPr/>
          </p:nvCxnSpPr>
          <p:spPr>
            <a:xfrm>
              <a:off x="-6840" y="3993480"/>
              <a:ext cx="273960" cy="407520"/>
            </a:xfrm>
            <a:prstGeom prst="straightConnector1">
              <a:avLst/>
            </a:prstGeom>
            <a:ln w="9525">
              <a:solidFill>
                <a:srgbClr val="494949"/>
              </a:solidFill>
              <a:round/>
            </a:ln>
          </p:spPr>
        </p:cxnSp>
        <p:grpSp>
          <p:nvGrpSpPr>
            <p:cNvPr id="1082" name="Google Shape;1540;p31"/>
            <p:cNvGrpSpPr/>
            <p:nvPr/>
          </p:nvGrpSpPr>
          <p:grpSpPr>
            <a:xfrm>
              <a:off x="1278000" y="4512960"/>
              <a:ext cx="581400" cy="582120"/>
              <a:chOff x="1278000" y="4512960"/>
              <a:chExt cx="581400" cy="582120"/>
            </a:xfrm>
          </p:grpSpPr>
          <p:sp>
            <p:nvSpPr>
              <p:cNvPr id="1083" name="Google Shape;1541;p31"/>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4" name="Google Shape;1542;p31"/>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5" name="Google Shape;1543;p31"/>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6" name="Google Shape;1544;p31"/>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7" name="Google Shape;1545;p31"/>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8" name="Google Shape;1546;p31"/>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89" name="Google Shape;1547;p31"/>
            <p:cNvGrpSpPr/>
            <p:nvPr/>
          </p:nvGrpSpPr>
          <p:grpSpPr>
            <a:xfrm>
              <a:off x="2747520" y="4340520"/>
              <a:ext cx="291600" cy="292320"/>
              <a:chOff x="2747520" y="4340520"/>
              <a:chExt cx="291600" cy="292320"/>
            </a:xfrm>
          </p:grpSpPr>
          <p:sp>
            <p:nvSpPr>
              <p:cNvPr id="1090" name="Google Shape;1548;p31"/>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1" name="Google Shape;1549;p31"/>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2" name="Google Shape;1550;p31"/>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3" name="Google Shape;1551;p31"/>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4" name="Google Shape;1552;p31"/>
            <p:cNvGrpSpPr/>
            <p:nvPr/>
          </p:nvGrpSpPr>
          <p:grpSpPr>
            <a:xfrm>
              <a:off x="171000" y="4314960"/>
              <a:ext cx="174600" cy="174600"/>
              <a:chOff x="171000" y="4314960"/>
              <a:chExt cx="174600" cy="174600"/>
            </a:xfrm>
          </p:grpSpPr>
          <p:sp>
            <p:nvSpPr>
              <p:cNvPr id="1095" name="Google Shape;1553;p31"/>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6" name="Google Shape;1554;p31"/>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97" name="Google Shape;1555;p31"/>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98" name="Google Shape;1556;p31"/>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99" name="Google Shape;1557;p31"/>
            <p:cNvGrpSpPr/>
            <p:nvPr/>
          </p:nvGrpSpPr>
          <p:grpSpPr>
            <a:xfrm>
              <a:off x="3872880" y="4657680"/>
              <a:ext cx="292680" cy="293040"/>
              <a:chOff x="3872880" y="4657680"/>
              <a:chExt cx="292680" cy="293040"/>
            </a:xfrm>
          </p:grpSpPr>
          <p:sp>
            <p:nvSpPr>
              <p:cNvPr id="1100" name="Google Shape;1558;p31"/>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1" name="Google Shape;1559;p31"/>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2" name="Google Shape;1560;p31"/>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3" name="Google Shape;1561;p31"/>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4" name="Google Shape;1562;p31"/>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5" name="Google Shape;1563;p31"/>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06" name="Google Shape;1564;p31"/>
            <p:cNvGrpSpPr/>
            <p:nvPr/>
          </p:nvGrpSpPr>
          <p:grpSpPr>
            <a:xfrm>
              <a:off x="242280" y="4142520"/>
              <a:ext cx="174600" cy="26640"/>
              <a:chOff x="242280" y="4142520"/>
              <a:chExt cx="174600" cy="26640"/>
            </a:xfrm>
          </p:grpSpPr>
          <p:sp>
            <p:nvSpPr>
              <p:cNvPr id="1107" name="Google Shape;1565;p31"/>
              <p:cNvSpPr/>
              <p:nvPr/>
            </p:nvSpPr>
            <p:spPr>
              <a:xfrm flipH="1">
                <a:off x="3902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8" name="Google Shape;1566;p31"/>
              <p:cNvSpPr/>
              <p:nvPr/>
            </p:nvSpPr>
            <p:spPr>
              <a:xfrm flipH="1">
                <a:off x="31644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09" name="Google Shape;1567;p31"/>
              <p:cNvSpPr/>
              <p:nvPr/>
            </p:nvSpPr>
            <p:spPr>
              <a:xfrm flipH="1">
                <a:off x="242280" y="414252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10" name="Google Shape;1568;p31"/>
            <p:cNvCxnSpPr/>
            <p:nvPr/>
          </p:nvCxnSpPr>
          <p:spPr>
            <a:xfrm flipH="1" flipV="1">
              <a:off x="5994720" y="226440"/>
              <a:ext cx="1505160" cy="225000"/>
            </a:xfrm>
            <a:prstGeom prst="straightConnector1">
              <a:avLst/>
            </a:prstGeom>
            <a:ln w="9525">
              <a:solidFill>
                <a:srgbClr val="494949"/>
              </a:solidFill>
              <a:round/>
            </a:ln>
          </p:spPr>
        </p:cxnSp>
        <p:cxnSp>
          <p:nvCxnSpPr>
            <p:cNvPr id="1111" name="Google Shape;1569;p31"/>
            <p:cNvCxnSpPr/>
            <p:nvPr/>
          </p:nvCxnSpPr>
          <p:spPr>
            <a:xfrm flipH="1" flipV="1">
              <a:off x="7512840" y="457560"/>
              <a:ext cx="829800" cy="743760"/>
            </a:xfrm>
            <a:prstGeom prst="straightConnector1">
              <a:avLst/>
            </a:prstGeom>
            <a:ln w="9525">
              <a:solidFill>
                <a:srgbClr val="494949"/>
              </a:solidFill>
              <a:round/>
            </a:ln>
          </p:spPr>
        </p:cxnSp>
        <p:cxnSp>
          <p:nvCxnSpPr>
            <p:cNvPr id="1112" name="Google Shape;1570;p31"/>
            <p:cNvCxnSpPr/>
            <p:nvPr/>
          </p:nvCxnSpPr>
          <p:spPr>
            <a:xfrm flipH="1">
              <a:off x="8348760" y="-6480"/>
              <a:ext cx="797040" cy="1188000"/>
            </a:xfrm>
            <a:prstGeom prst="straightConnector1">
              <a:avLst/>
            </a:prstGeom>
            <a:ln w="9525">
              <a:solidFill>
                <a:srgbClr val="494949"/>
              </a:solidFill>
              <a:round/>
            </a:ln>
          </p:spPr>
        </p:cxnSp>
        <p:grpSp>
          <p:nvGrpSpPr>
            <p:cNvPr id="1113" name="Google Shape;1571;p31"/>
            <p:cNvGrpSpPr/>
            <p:nvPr/>
          </p:nvGrpSpPr>
          <p:grpSpPr>
            <a:xfrm>
              <a:off x="8064360" y="1040400"/>
              <a:ext cx="581400" cy="582120"/>
              <a:chOff x="8064360" y="1040400"/>
              <a:chExt cx="581400" cy="582120"/>
            </a:xfrm>
          </p:grpSpPr>
          <p:sp>
            <p:nvSpPr>
              <p:cNvPr id="1114" name="Google Shape;1572;p31"/>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5" name="Google Shape;1573;p31"/>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6" name="Google Shape;1574;p31"/>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7" name="Google Shape;1575;p31"/>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18" name="Google Shape;1576;p31"/>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9" name="Google Shape;1577;p31"/>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0" name="Google Shape;1578;p31"/>
            <p:cNvGrpSpPr/>
            <p:nvPr/>
          </p:nvGrpSpPr>
          <p:grpSpPr>
            <a:xfrm>
              <a:off x="7353000" y="316440"/>
              <a:ext cx="291600" cy="292320"/>
              <a:chOff x="7353000" y="316440"/>
              <a:chExt cx="291600" cy="292320"/>
            </a:xfrm>
          </p:grpSpPr>
          <p:sp>
            <p:nvSpPr>
              <p:cNvPr id="1121" name="Google Shape;1579;p31"/>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2" name="Google Shape;1580;p31"/>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3" name="Google Shape;1581;p31"/>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4" name="Google Shape;1582;p31"/>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25" name="Google Shape;1583;p31"/>
            <p:cNvGrpSpPr/>
            <p:nvPr/>
          </p:nvGrpSpPr>
          <p:grpSpPr>
            <a:xfrm>
              <a:off x="8792280" y="321120"/>
              <a:ext cx="174600" cy="174600"/>
              <a:chOff x="8792280" y="321120"/>
              <a:chExt cx="174600" cy="174600"/>
            </a:xfrm>
          </p:grpSpPr>
          <p:sp>
            <p:nvSpPr>
              <p:cNvPr id="1126" name="Google Shape;1584;p31"/>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7" name="Google Shape;1585;p31"/>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28" name="Google Shape;1586;p31"/>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9" name="Google Shape;1587;p31"/>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130" name="Google Shape;1588;p31"/>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1" name="Google Shape;1589;p31"/>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2" name="Google Shape;1590;p31"/>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3" name="Google Shape;1591;p31"/>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4" name="Google Shape;1592;p31"/>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35" name="Google Shape;1593;p31"/>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136" name="Google Shape;1594;p31"/>
            <p:cNvGrpSpPr/>
            <p:nvPr/>
          </p:nvGrpSpPr>
          <p:grpSpPr>
            <a:xfrm>
              <a:off x="8489880" y="171000"/>
              <a:ext cx="174960" cy="26640"/>
              <a:chOff x="8489880" y="171000"/>
              <a:chExt cx="174960" cy="26640"/>
            </a:xfrm>
          </p:grpSpPr>
          <p:sp>
            <p:nvSpPr>
              <p:cNvPr id="1137" name="Google Shape;1595;p31"/>
              <p:cNvSpPr/>
              <p:nvPr/>
            </p:nvSpPr>
            <p:spPr>
              <a:xfrm>
                <a:off x="848988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8" name="Google Shape;1596;p31"/>
              <p:cNvSpPr/>
              <p:nvPr/>
            </p:nvSpPr>
            <p:spPr>
              <a:xfrm>
                <a:off x="8564040" y="17100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39" name="Google Shape;1597;p31"/>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40" name="Google Shape;1598;p31"/>
            <p:cNvGrpSpPr/>
            <p:nvPr/>
          </p:nvGrpSpPr>
          <p:grpSpPr>
            <a:xfrm>
              <a:off x="8678520" y="1658160"/>
              <a:ext cx="174600" cy="26640"/>
              <a:chOff x="8678520" y="1658160"/>
              <a:chExt cx="174600" cy="26640"/>
            </a:xfrm>
          </p:grpSpPr>
          <p:sp>
            <p:nvSpPr>
              <p:cNvPr id="1141" name="Google Shape;1599;p31"/>
              <p:cNvSpPr/>
              <p:nvPr/>
            </p:nvSpPr>
            <p:spPr>
              <a:xfrm>
                <a:off x="86785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2" name="Google Shape;1600;p31"/>
              <p:cNvSpPr/>
              <p:nvPr/>
            </p:nvSpPr>
            <p:spPr>
              <a:xfrm>
                <a:off x="875232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43" name="Google Shape;1601;p31"/>
              <p:cNvSpPr/>
              <p:nvPr/>
            </p:nvSpPr>
            <p:spPr>
              <a:xfrm>
                <a:off x="8826480" y="165816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2">
    <p:bg>
      <p:bgPr>
        <a:solidFill>
          <a:schemeClr val="lt1"/>
        </a:solidFill>
        <a:effectLst/>
      </p:bgPr>
    </p:bg>
    <p:spTree>
      <p:nvGrpSpPr>
        <p:cNvPr id="1" name=""/>
        <p:cNvGrpSpPr/>
        <p:nvPr/>
      </p:nvGrpSpPr>
      <p:grpSpPr>
        <a:xfrm>
          <a:off x="0" y="0"/>
          <a:ext cx="0" cy="0"/>
          <a:chOff x="0" y="0"/>
          <a:chExt cx="0" cy="0"/>
        </a:xfrm>
      </p:grpSpPr>
      <p:grpSp>
        <p:nvGrpSpPr>
          <p:cNvPr id="1144" name="Google Shape;1603;p32"/>
          <p:cNvGrpSpPr/>
          <p:nvPr/>
        </p:nvGrpSpPr>
        <p:grpSpPr>
          <a:xfrm>
            <a:off x="1349640" y="598320"/>
            <a:ext cx="6453360" cy="3630600"/>
            <a:chOff x="1349640" y="598320"/>
            <a:chExt cx="6453360" cy="3630600"/>
          </a:xfrm>
        </p:grpSpPr>
        <p:sp>
          <p:nvSpPr>
            <p:cNvPr id="1145" name="Google Shape;1604;p32"/>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46" name="Google Shape;1605;p32"/>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rgbClr val="D6EEFE"/>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47" name="PlaceHolder 1"/>
          <p:cNvSpPr>
            <a:spLocks noGrp="1"/>
          </p:cNvSpPr>
          <p:nvPr>
            <p:ph type="title"/>
          </p:nvPr>
        </p:nvSpPr>
        <p:spPr>
          <a:xfrm>
            <a:off x="2624400" y="1018440"/>
            <a:ext cx="3904200" cy="190152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grpSp>
        <p:nvGrpSpPr>
          <p:cNvPr id="1148" name="Google Shape;1607;p32"/>
          <p:cNvGrpSpPr/>
          <p:nvPr/>
        </p:nvGrpSpPr>
        <p:grpSpPr>
          <a:xfrm>
            <a:off x="-6840" y="-6480"/>
            <a:ext cx="9152280" cy="5101560"/>
            <a:chOff x="-6840" y="-6480"/>
            <a:chExt cx="9152280" cy="5101560"/>
          </a:xfrm>
        </p:grpSpPr>
        <p:cxnSp>
          <p:nvCxnSpPr>
            <p:cNvPr id="1149" name="Google Shape;1608;p32"/>
            <p:cNvCxnSpPr/>
            <p:nvPr/>
          </p:nvCxnSpPr>
          <p:spPr>
            <a:xfrm>
              <a:off x="2904120" y="4512960"/>
              <a:ext cx="1133280" cy="306720"/>
            </a:xfrm>
            <a:prstGeom prst="straightConnector1">
              <a:avLst/>
            </a:prstGeom>
            <a:ln w="9525">
              <a:solidFill>
                <a:srgbClr val="595959"/>
              </a:solidFill>
              <a:round/>
            </a:ln>
          </p:spPr>
        </p:cxnSp>
        <p:cxnSp>
          <p:nvCxnSpPr>
            <p:cNvPr id="1150" name="Google Shape;1609;p32"/>
            <p:cNvCxnSpPr/>
            <p:nvPr/>
          </p:nvCxnSpPr>
          <p:spPr>
            <a:xfrm flipV="1">
              <a:off x="1562040" y="4492080"/>
              <a:ext cx="1342440" cy="315720"/>
            </a:xfrm>
            <a:prstGeom prst="straightConnector1">
              <a:avLst/>
            </a:prstGeom>
            <a:ln w="9525">
              <a:solidFill>
                <a:srgbClr val="595959"/>
              </a:solidFill>
              <a:round/>
            </a:ln>
          </p:spPr>
        </p:cxnSp>
        <p:cxnSp>
          <p:nvCxnSpPr>
            <p:cNvPr id="1151" name="Google Shape;1610;p32"/>
            <p:cNvCxnSpPr/>
            <p:nvPr/>
          </p:nvCxnSpPr>
          <p:spPr>
            <a:xfrm>
              <a:off x="259200" y="4407840"/>
              <a:ext cx="1332360" cy="392400"/>
            </a:xfrm>
            <a:prstGeom prst="straightConnector1">
              <a:avLst/>
            </a:prstGeom>
            <a:ln w="9525">
              <a:solidFill>
                <a:srgbClr val="595959"/>
              </a:solidFill>
              <a:round/>
            </a:ln>
          </p:spPr>
        </p:cxnSp>
        <p:cxnSp>
          <p:nvCxnSpPr>
            <p:cNvPr id="1152" name="Google Shape;1611;p32"/>
            <p:cNvCxnSpPr/>
            <p:nvPr/>
          </p:nvCxnSpPr>
          <p:spPr>
            <a:xfrm>
              <a:off x="-6840" y="3993480"/>
              <a:ext cx="273960" cy="407520"/>
            </a:xfrm>
            <a:prstGeom prst="straightConnector1">
              <a:avLst/>
            </a:prstGeom>
            <a:ln w="9525">
              <a:solidFill>
                <a:srgbClr val="595959"/>
              </a:solidFill>
              <a:round/>
            </a:ln>
          </p:spPr>
        </p:cxnSp>
        <p:grpSp>
          <p:nvGrpSpPr>
            <p:cNvPr id="1153" name="Google Shape;1612;p32"/>
            <p:cNvGrpSpPr/>
            <p:nvPr/>
          </p:nvGrpSpPr>
          <p:grpSpPr>
            <a:xfrm>
              <a:off x="1278000" y="4512960"/>
              <a:ext cx="581400" cy="582120"/>
              <a:chOff x="1278000" y="4512960"/>
              <a:chExt cx="581400" cy="582120"/>
            </a:xfrm>
          </p:grpSpPr>
          <p:sp>
            <p:nvSpPr>
              <p:cNvPr id="1154" name="Google Shape;1613;p32"/>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5" name="Google Shape;1614;p32"/>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6" name="Google Shape;1615;p32"/>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7" name="Google Shape;1616;p32"/>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58" name="Google Shape;1617;p32"/>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9" name="Google Shape;1618;p32"/>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0" name="Google Shape;1619;p32"/>
            <p:cNvGrpSpPr/>
            <p:nvPr/>
          </p:nvGrpSpPr>
          <p:grpSpPr>
            <a:xfrm>
              <a:off x="2747520" y="4340520"/>
              <a:ext cx="291600" cy="292320"/>
              <a:chOff x="2747520" y="4340520"/>
              <a:chExt cx="291600" cy="292320"/>
            </a:xfrm>
          </p:grpSpPr>
          <p:sp>
            <p:nvSpPr>
              <p:cNvPr id="1161" name="Google Shape;1620;p32"/>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2" name="Google Shape;1621;p32"/>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3" name="Google Shape;1622;p32"/>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4" name="Google Shape;1623;p32"/>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65" name="Google Shape;1624;p32"/>
            <p:cNvGrpSpPr/>
            <p:nvPr/>
          </p:nvGrpSpPr>
          <p:grpSpPr>
            <a:xfrm>
              <a:off x="171000" y="4314960"/>
              <a:ext cx="174600" cy="174600"/>
              <a:chOff x="171000" y="4314960"/>
              <a:chExt cx="174600" cy="174600"/>
            </a:xfrm>
          </p:grpSpPr>
          <p:sp>
            <p:nvSpPr>
              <p:cNvPr id="1166" name="Google Shape;1625;p32"/>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7" name="Google Shape;1626;p32"/>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68" name="Google Shape;1627;p32"/>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9" name="Google Shape;1628;p32"/>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0" name="Google Shape;1629;p32"/>
            <p:cNvGrpSpPr/>
            <p:nvPr/>
          </p:nvGrpSpPr>
          <p:grpSpPr>
            <a:xfrm>
              <a:off x="3872880" y="4657680"/>
              <a:ext cx="292680" cy="293040"/>
              <a:chOff x="3872880" y="4657680"/>
              <a:chExt cx="292680" cy="293040"/>
            </a:xfrm>
          </p:grpSpPr>
          <p:sp>
            <p:nvSpPr>
              <p:cNvPr id="1171" name="Google Shape;1630;p32"/>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2" name="Google Shape;1631;p32"/>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3" name="Google Shape;1632;p32"/>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4" name="Google Shape;1633;p32"/>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5" name="Google Shape;1634;p32"/>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6" name="Google Shape;1635;p32"/>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77" name="Google Shape;1636;p32"/>
            <p:cNvGrpSpPr/>
            <p:nvPr/>
          </p:nvGrpSpPr>
          <p:grpSpPr>
            <a:xfrm>
              <a:off x="242280" y="4142520"/>
              <a:ext cx="174600" cy="26640"/>
              <a:chOff x="242280" y="4142520"/>
              <a:chExt cx="174600" cy="26640"/>
            </a:xfrm>
          </p:grpSpPr>
          <p:sp>
            <p:nvSpPr>
              <p:cNvPr id="1178" name="Google Shape;1637;p32"/>
              <p:cNvSpPr/>
              <p:nvPr/>
            </p:nvSpPr>
            <p:spPr>
              <a:xfrm flipH="1">
                <a:off x="3902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79" name="Google Shape;1638;p32"/>
              <p:cNvSpPr/>
              <p:nvPr/>
            </p:nvSpPr>
            <p:spPr>
              <a:xfrm flipH="1">
                <a:off x="31644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0" name="Google Shape;1639;p32"/>
              <p:cNvSpPr/>
              <p:nvPr/>
            </p:nvSpPr>
            <p:spPr>
              <a:xfrm flipH="1">
                <a:off x="242280" y="4142520"/>
                <a:ext cx="26640" cy="26640"/>
              </a:xfrm>
              <a:prstGeom prst="ellipse">
                <a:avLst/>
              </a:pr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181" name="Google Shape;1640;p32"/>
            <p:cNvCxnSpPr/>
            <p:nvPr/>
          </p:nvCxnSpPr>
          <p:spPr>
            <a:xfrm flipH="1" flipV="1">
              <a:off x="5994720" y="226440"/>
              <a:ext cx="1505160" cy="225000"/>
            </a:xfrm>
            <a:prstGeom prst="straightConnector1">
              <a:avLst/>
            </a:prstGeom>
            <a:ln w="9525">
              <a:solidFill>
                <a:srgbClr val="595959"/>
              </a:solidFill>
              <a:round/>
            </a:ln>
          </p:spPr>
        </p:cxnSp>
        <p:cxnSp>
          <p:nvCxnSpPr>
            <p:cNvPr id="1182" name="Google Shape;1641;p32"/>
            <p:cNvCxnSpPr/>
            <p:nvPr/>
          </p:nvCxnSpPr>
          <p:spPr>
            <a:xfrm flipH="1" flipV="1">
              <a:off x="7512840" y="457560"/>
              <a:ext cx="829800" cy="743760"/>
            </a:xfrm>
            <a:prstGeom prst="straightConnector1">
              <a:avLst/>
            </a:prstGeom>
            <a:ln w="9525">
              <a:solidFill>
                <a:srgbClr val="595959"/>
              </a:solidFill>
              <a:round/>
            </a:ln>
          </p:spPr>
        </p:cxnSp>
        <p:cxnSp>
          <p:nvCxnSpPr>
            <p:cNvPr id="1183" name="Google Shape;1642;p32"/>
            <p:cNvCxnSpPr/>
            <p:nvPr/>
          </p:nvCxnSpPr>
          <p:spPr>
            <a:xfrm flipH="1">
              <a:off x="8348760" y="-6480"/>
              <a:ext cx="797040" cy="1188000"/>
            </a:xfrm>
            <a:prstGeom prst="straightConnector1">
              <a:avLst/>
            </a:prstGeom>
            <a:ln w="9525">
              <a:solidFill>
                <a:srgbClr val="595959"/>
              </a:solidFill>
              <a:round/>
            </a:ln>
          </p:spPr>
        </p:cxnSp>
        <p:grpSp>
          <p:nvGrpSpPr>
            <p:cNvPr id="1184" name="Google Shape;1643;p32"/>
            <p:cNvGrpSpPr/>
            <p:nvPr/>
          </p:nvGrpSpPr>
          <p:grpSpPr>
            <a:xfrm>
              <a:off x="8064360" y="1040400"/>
              <a:ext cx="581400" cy="582120"/>
              <a:chOff x="8064360" y="1040400"/>
              <a:chExt cx="581400" cy="582120"/>
            </a:xfrm>
          </p:grpSpPr>
          <p:sp>
            <p:nvSpPr>
              <p:cNvPr id="1185" name="Google Shape;1644;p32"/>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6" name="Google Shape;1645;p32"/>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7" name="Google Shape;1646;p32"/>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8" name="Google Shape;1647;p32"/>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89" name="Google Shape;1648;p32"/>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0" name="Google Shape;1649;p32"/>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1" name="Google Shape;1650;p32"/>
            <p:cNvGrpSpPr/>
            <p:nvPr/>
          </p:nvGrpSpPr>
          <p:grpSpPr>
            <a:xfrm>
              <a:off x="7353000" y="316440"/>
              <a:ext cx="291600" cy="292320"/>
              <a:chOff x="7353000" y="316440"/>
              <a:chExt cx="291600" cy="292320"/>
            </a:xfrm>
          </p:grpSpPr>
          <p:sp>
            <p:nvSpPr>
              <p:cNvPr id="1192" name="Google Shape;1651;p3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3" name="Google Shape;1652;p3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4" name="Google Shape;1653;p3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5" name="Google Shape;1654;p3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196" name="Google Shape;1655;p32"/>
            <p:cNvGrpSpPr/>
            <p:nvPr/>
          </p:nvGrpSpPr>
          <p:grpSpPr>
            <a:xfrm>
              <a:off x="8792280" y="321120"/>
              <a:ext cx="174600" cy="174600"/>
              <a:chOff x="8792280" y="321120"/>
              <a:chExt cx="174600" cy="174600"/>
            </a:xfrm>
          </p:grpSpPr>
          <p:sp>
            <p:nvSpPr>
              <p:cNvPr id="1197" name="Google Shape;1656;p32"/>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8" name="Google Shape;1657;p32"/>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199" name="Google Shape;1658;p32"/>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0" name="Google Shape;1659;p32"/>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201" name="Google Shape;1660;p32"/>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2" name="Google Shape;1661;p32"/>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3" name="Google Shape;1662;p32"/>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4" name="Google Shape;1663;p32"/>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5" name="Google Shape;1664;p32"/>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6" name="Google Shape;1665;p32"/>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207" name="Google Shape;1666;p32"/>
            <p:cNvGrpSpPr/>
            <p:nvPr/>
          </p:nvGrpSpPr>
          <p:grpSpPr>
            <a:xfrm>
              <a:off x="8489880" y="171000"/>
              <a:ext cx="174960" cy="26640"/>
              <a:chOff x="8489880" y="171000"/>
              <a:chExt cx="174960" cy="26640"/>
            </a:xfrm>
          </p:grpSpPr>
          <p:sp>
            <p:nvSpPr>
              <p:cNvPr id="1208" name="Google Shape;1667;p32"/>
              <p:cNvSpPr/>
              <p:nvPr/>
            </p:nvSpPr>
            <p:spPr>
              <a:xfrm>
                <a:off x="848988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09" name="Google Shape;1668;p32"/>
              <p:cNvSpPr/>
              <p:nvPr/>
            </p:nvSpPr>
            <p:spPr>
              <a:xfrm>
                <a:off x="856404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0" name="Google Shape;1669;p32"/>
              <p:cNvSpPr/>
              <p:nvPr/>
            </p:nvSpPr>
            <p:spPr>
              <a:xfrm>
                <a:off x="8638200" y="17100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11" name="Google Shape;1670;p32"/>
            <p:cNvGrpSpPr/>
            <p:nvPr/>
          </p:nvGrpSpPr>
          <p:grpSpPr>
            <a:xfrm>
              <a:off x="8678520" y="1658160"/>
              <a:ext cx="174600" cy="26640"/>
              <a:chOff x="8678520" y="1658160"/>
              <a:chExt cx="174600" cy="26640"/>
            </a:xfrm>
          </p:grpSpPr>
          <p:sp>
            <p:nvSpPr>
              <p:cNvPr id="1212" name="Google Shape;1671;p32"/>
              <p:cNvSpPr/>
              <p:nvPr/>
            </p:nvSpPr>
            <p:spPr>
              <a:xfrm>
                <a:off x="86785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3" name="Google Shape;1672;p32"/>
              <p:cNvSpPr/>
              <p:nvPr/>
            </p:nvSpPr>
            <p:spPr>
              <a:xfrm>
                <a:off x="875232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14" name="Google Shape;1673;p32"/>
              <p:cNvSpPr/>
              <p:nvPr/>
            </p:nvSpPr>
            <p:spPr>
              <a:xfrm>
                <a:off x="8826480" y="1658160"/>
                <a:ext cx="26640" cy="26640"/>
              </a:xfrm>
              <a:prstGeom prst="ellipse">
                <a:avLst/>
              </a:prstGeom>
              <a:solidFill>
                <a:srgbClr val="595959"/>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23">
    <p:bg>
      <p:bgPr>
        <a:solidFill>
          <a:schemeClr val="lt1"/>
        </a:solidFill>
        <a:effectLst/>
      </p:bgPr>
    </p:bg>
    <p:spTree>
      <p:nvGrpSpPr>
        <p:cNvPr id="1" name=""/>
        <p:cNvGrpSpPr/>
        <p:nvPr/>
      </p:nvGrpSpPr>
      <p:grpSpPr>
        <a:xfrm>
          <a:off x="0" y="0"/>
          <a:ext cx="0" cy="0"/>
          <a:chOff x="0" y="0"/>
          <a:chExt cx="0" cy="0"/>
        </a:xfrm>
      </p:grpSpPr>
      <p:sp>
        <p:nvSpPr>
          <p:cNvPr id="1215" name="PlaceHolder 1"/>
          <p:cNvSpPr>
            <a:spLocks noGrp="1"/>
          </p:cNvSpPr>
          <p:nvPr>
            <p:ph type="body"/>
          </p:nvPr>
        </p:nvSpPr>
        <p:spPr>
          <a:xfrm>
            <a:off x="1881360" y="1246680"/>
            <a:ext cx="21330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6" name="PlaceHolder 2"/>
          <p:cNvSpPr>
            <a:spLocks noGrp="1"/>
          </p:cNvSpPr>
          <p:nvPr>
            <p:ph type="body"/>
          </p:nvPr>
        </p:nvSpPr>
        <p:spPr>
          <a:xfrm>
            <a:off x="4220280" y="1246680"/>
            <a:ext cx="3099600" cy="3524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1217" name="PlaceHolder 3"/>
          <p:cNvSpPr>
            <a:spLocks noGrp="1"/>
          </p:cNvSpPr>
          <p:nvPr>
            <p:ph type="title"/>
          </p:nvPr>
        </p:nvSpPr>
        <p:spPr>
          <a:xfrm>
            <a:off x="2532960" y="338400"/>
            <a:ext cx="4087080" cy="5756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218" name="Google Shape;1679;p33"/>
          <p:cNvGrpSpPr/>
          <p:nvPr/>
        </p:nvGrpSpPr>
        <p:grpSpPr>
          <a:xfrm>
            <a:off x="432720" y="0"/>
            <a:ext cx="8278200" cy="5165640"/>
            <a:chOff x="432720" y="0"/>
            <a:chExt cx="8278200" cy="5165640"/>
          </a:xfrm>
        </p:grpSpPr>
        <p:cxnSp>
          <p:nvCxnSpPr>
            <p:cNvPr id="1219" name="Google Shape;1680;p33"/>
            <p:cNvCxnSpPr/>
            <p:nvPr/>
          </p:nvCxnSpPr>
          <p:spPr>
            <a:xfrm flipV="1">
              <a:off x="8420040" y="2664000"/>
              <a:ext cx="360" cy="2502000"/>
            </a:xfrm>
            <a:prstGeom prst="straightConnector1">
              <a:avLst/>
            </a:prstGeom>
            <a:ln w="9525">
              <a:solidFill>
                <a:srgbClr val="3D3D3D"/>
              </a:solidFill>
              <a:round/>
            </a:ln>
          </p:spPr>
        </p:cxnSp>
        <p:grpSp>
          <p:nvGrpSpPr>
            <p:cNvPr id="1220" name="Google Shape;1681;p33"/>
            <p:cNvGrpSpPr/>
            <p:nvPr/>
          </p:nvGrpSpPr>
          <p:grpSpPr>
            <a:xfrm>
              <a:off x="8129520" y="4292280"/>
              <a:ext cx="581400" cy="582120"/>
              <a:chOff x="8129520" y="4292280"/>
              <a:chExt cx="581400" cy="582120"/>
            </a:xfrm>
          </p:grpSpPr>
          <p:sp>
            <p:nvSpPr>
              <p:cNvPr id="1221" name="Google Shape;1682;p33"/>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2" name="Google Shape;1683;p33"/>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3" name="Google Shape;1684;p33"/>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4" name="Google Shape;1685;p33"/>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25" name="Google Shape;1686;p33"/>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6" name="Google Shape;1687;p33"/>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27" name="Google Shape;1688;p33"/>
            <p:cNvGrpSpPr/>
            <p:nvPr/>
          </p:nvGrpSpPr>
          <p:grpSpPr>
            <a:xfrm>
              <a:off x="8274240" y="3720600"/>
              <a:ext cx="291600" cy="292320"/>
              <a:chOff x="8274240" y="3720600"/>
              <a:chExt cx="291600" cy="292320"/>
            </a:xfrm>
          </p:grpSpPr>
          <p:sp>
            <p:nvSpPr>
              <p:cNvPr id="1228" name="Google Shape;1689;p33"/>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9" name="Google Shape;1690;p33"/>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0" name="Google Shape;1691;p33"/>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1" name="Google Shape;1692;p33"/>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32" name="Google Shape;1693;p33"/>
            <p:cNvGrpSpPr/>
            <p:nvPr/>
          </p:nvGrpSpPr>
          <p:grpSpPr>
            <a:xfrm>
              <a:off x="8332920" y="3212640"/>
              <a:ext cx="174600" cy="174600"/>
              <a:chOff x="8332920" y="3212640"/>
              <a:chExt cx="174600" cy="174600"/>
            </a:xfrm>
          </p:grpSpPr>
          <p:sp>
            <p:nvSpPr>
              <p:cNvPr id="1233" name="Google Shape;1694;p33"/>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4" name="Google Shape;1695;p33"/>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35" name="Google Shape;1696;p33"/>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6" name="Google Shape;1697;p33"/>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37" name="Google Shape;1698;p33"/>
            <p:cNvCxnSpPr/>
            <p:nvPr/>
          </p:nvCxnSpPr>
          <p:spPr>
            <a:xfrm>
              <a:off x="723600" y="360"/>
              <a:ext cx="360" cy="2502000"/>
            </a:xfrm>
            <a:prstGeom prst="straightConnector1">
              <a:avLst/>
            </a:prstGeom>
            <a:ln w="9525">
              <a:solidFill>
                <a:srgbClr val="3D3D3D"/>
              </a:solidFill>
              <a:round/>
            </a:ln>
          </p:spPr>
        </p:cxnSp>
        <p:grpSp>
          <p:nvGrpSpPr>
            <p:cNvPr id="1238" name="Google Shape;1699;p33"/>
            <p:cNvGrpSpPr/>
            <p:nvPr/>
          </p:nvGrpSpPr>
          <p:grpSpPr>
            <a:xfrm>
              <a:off x="433080" y="291960"/>
              <a:ext cx="581400" cy="582120"/>
              <a:chOff x="433080" y="291960"/>
              <a:chExt cx="581400" cy="582120"/>
            </a:xfrm>
          </p:grpSpPr>
          <p:sp>
            <p:nvSpPr>
              <p:cNvPr id="1239" name="Google Shape;1700;p33"/>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0" name="Google Shape;1701;p33"/>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1" name="Google Shape;1702;p33"/>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2" name="Google Shape;1703;p33"/>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3" name="Google Shape;1704;p33"/>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4" name="Google Shape;1705;p33"/>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45" name="Google Shape;1706;p33"/>
            <p:cNvGrpSpPr/>
            <p:nvPr/>
          </p:nvGrpSpPr>
          <p:grpSpPr>
            <a:xfrm>
              <a:off x="578160" y="1153440"/>
              <a:ext cx="291600" cy="292320"/>
              <a:chOff x="578160" y="1153440"/>
              <a:chExt cx="291600" cy="292320"/>
            </a:xfrm>
          </p:grpSpPr>
          <p:sp>
            <p:nvSpPr>
              <p:cNvPr id="1246" name="Google Shape;1707;p33"/>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7" name="Google Shape;1708;p33"/>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48" name="Google Shape;1709;p33"/>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49" name="Google Shape;1710;p33"/>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0" name="Google Shape;1711;p33"/>
            <p:cNvGrpSpPr/>
            <p:nvPr/>
          </p:nvGrpSpPr>
          <p:grpSpPr>
            <a:xfrm>
              <a:off x="636480" y="1779120"/>
              <a:ext cx="174600" cy="174600"/>
              <a:chOff x="636480" y="1779120"/>
              <a:chExt cx="174600" cy="174600"/>
            </a:xfrm>
          </p:grpSpPr>
          <p:sp>
            <p:nvSpPr>
              <p:cNvPr id="1251" name="Google Shape;1712;p33"/>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2" name="Google Shape;1713;p33"/>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3" name="Google Shape;1714;p33"/>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54" name="Google Shape;1715;p33"/>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5" name="Google Shape;1716;p33"/>
            <p:cNvGrpSpPr/>
            <p:nvPr/>
          </p:nvGrpSpPr>
          <p:grpSpPr>
            <a:xfrm>
              <a:off x="432720" y="2003040"/>
              <a:ext cx="174960" cy="26640"/>
              <a:chOff x="432720" y="2003040"/>
              <a:chExt cx="174960" cy="26640"/>
            </a:xfrm>
          </p:grpSpPr>
          <p:sp>
            <p:nvSpPr>
              <p:cNvPr id="1256" name="Google Shape;1717;p33"/>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7" name="Google Shape;1718;p33"/>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58" name="Google Shape;1719;p33"/>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59" name="Google Shape;1720;p33"/>
            <p:cNvGrpSpPr/>
            <p:nvPr/>
          </p:nvGrpSpPr>
          <p:grpSpPr>
            <a:xfrm>
              <a:off x="788040" y="208440"/>
              <a:ext cx="174600" cy="26640"/>
              <a:chOff x="788040" y="208440"/>
              <a:chExt cx="174600" cy="26640"/>
            </a:xfrm>
          </p:grpSpPr>
          <p:sp>
            <p:nvSpPr>
              <p:cNvPr id="1260" name="Google Shape;1721;p33"/>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1" name="Google Shape;1722;p33"/>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2" name="Google Shape;1723;p33"/>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3" name="Google Shape;1724;p33"/>
            <p:cNvGrpSpPr/>
            <p:nvPr/>
          </p:nvGrpSpPr>
          <p:grpSpPr>
            <a:xfrm>
              <a:off x="8129520" y="4988880"/>
              <a:ext cx="174600" cy="26640"/>
              <a:chOff x="8129520" y="4988880"/>
              <a:chExt cx="174600" cy="26640"/>
            </a:xfrm>
          </p:grpSpPr>
          <p:sp>
            <p:nvSpPr>
              <p:cNvPr id="1264" name="Google Shape;1725;p33"/>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5" name="Google Shape;1726;p33"/>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6" name="Google Shape;1727;p33"/>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67" name="Google Shape;1728;p33"/>
            <p:cNvGrpSpPr/>
            <p:nvPr/>
          </p:nvGrpSpPr>
          <p:grpSpPr>
            <a:xfrm>
              <a:off x="8497440" y="3429360"/>
              <a:ext cx="174600" cy="26640"/>
              <a:chOff x="8497440" y="3429360"/>
              <a:chExt cx="174600" cy="26640"/>
            </a:xfrm>
          </p:grpSpPr>
          <p:sp>
            <p:nvSpPr>
              <p:cNvPr id="1268" name="Google Shape;1729;p33"/>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69" name="Google Shape;1730;p33"/>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0" name="Google Shape;1731;p33"/>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71" name="Google Shape;1732;p33"/>
            <p:cNvCxnSpPr/>
            <p:nvPr/>
          </p:nvCxnSpPr>
          <p:spPr>
            <a:xfrm>
              <a:off x="8407080" y="0"/>
              <a:ext cx="360" cy="2161080"/>
            </a:xfrm>
            <a:prstGeom prst="straightConnector1">
              <a:avLst/>
            </a:prstGeom>
            <a:ln w="9525">
              <a:solidFill>
                <a:srgbClr val="3D3D3D"/>
              </a:solidFill>
              <a:round/>
            </a:ln>
          </p:spPr>
        </p:cxnSp>
        <p:cxnSp>
          <p:nvCxnSpPr>
            <p:cNvPr id="1272" name="Google Shape;1733;p33"/>
            <p:cNvCxnSpPr/>
            <p:nvPr/>
          </p:nvCxnSpPr>
          <p:spPr>
            <a:xfrm>
              <a:off x="717840" y="2985480"/>
              <a:ext cx="360" cy="2161080"/>
            </a:xfrm>
            <a:prstGeom prst="straightConnector1">
              <a:avLst/>
            </a:prstGeom>
            <a:ln w="9525">
              <a:solidFill>
                <a:srgbClr val="3D3D3D"/>
              </a:solidFill>
              <a:round/>
            </a:ln>
          </p:spPr>
        </p:cxnSp>
        <p:sp>
          <p:nvSpPr>
            <p:cNvPr id="1273" name="Google Shape;1734;p33"/>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4" name="Google Shape;1735;p33"/>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5" name="Google Shape;1736;p33"/>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76" name="Google Shape;1737;p33"/>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1277" name="PlaceHolder 1"/>
          <p:cNvSpPr>
            <a:spLocks noGrp="1"/>
          </p:cNvSpPr>
          <p:nvPr>
            <p:ph type="title"/>
          </p:nvPr>
        </p:nvSpPr>
        <p:spPr>
          <a:xfrm>
            <a:off x="1807560" y="338400"/>
            <a:ext cx="5528520" cy="6123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278" name="PlaceHolder 2"/>
          <p:cNvSpPr>
            <a:spLocks noGrp="1"/>
          </p:cNvSpPr>
          <p:nvPr>
            <p:ph type="title"/>
          </p:nvPr>
        </p:nvSpPr>
        <p:spPr>
          <a:xfrm>
            <a:off x="2779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sp>
        <p:nvSpPr>
          <p:cNvPr id="1279" name="PlaceHolder 3"/>
          <p:cNvSpPr>
            <a:spLocks noGrp="1"/>
          </p:cNvSpPr>
          <p:nvPr>
            <p:ph type="title"/>
          </p:nvPr>
        </p:nvSpPr>
        <p:spPr>
          <a:xfrm>
            <a:off x="5641920" y="1627560"/>
            <a:ext cx="722160" cy="456840"/>
          </a:xfrm>
          <a:prstGeom prst="rect">
            <a:avLst/>
          </a:prstGeom>
          <a:noFill/>
          <a:ln w="0">
            <a:noFill/>
          </a:ln>
        </p:spPr>
        <p:txBody>
          <a:bodyPr lIns="91440" tIns="91440" rIns="91440" bIns="91440" anchor="b">
            <a:noAutofit/>
          </a:bodyPr>
          <a:lstStyle/>
          <a:p>
            <a:pPr indent="0" algn="ctr">
              <a:lnSpc>
                <a:spcPct val="100000"/>
              </a:lnSpc>
              <a:buNone/>
            </a:pPr>
            <a:r>
              <a:rPr lang="fr-FR" sz="3000" b="0" u="none" strike="noStrike">
                <a:solidFill>
                  <a:schemeClr val="dk2"/>
                </a:solidFill>
                <a:effectLst/>
                <a:uFillTx/>
                <a:latin typeface="Fjalla One"/>
                <a:ea typeface="Fjalla One"/>
              </a:rPr>
              <a:t>xx%</a:t>
            </a:r>
            <a:endParaRPr lang="fr-FR" sz="3000" b="0" u="none" strike="noStrike">
              <a:solidFill>
                <a:schemeClr val="dk1"/>
              </a:solidFill>
              <a:effectLst/>
              <a:uFillTx/>
              <a:latin typeface="Arial"/>
            </a:endParaRPr>
          </a:p>
        </p:txBody>
      </p:sp>
      <p:grpSp>
        <p:nvGrpSpPr>
          <p:cNvPr id="1280" name="Google Shape;183;p5"/>
          <p:cNvGrpSpPr/>
          <p:nvPr/>
        </p:nvGrpSpPr>
        <p:grpSpPr>
          <a:xfrm>
            <a:off x="432720" y="0"/>
            <a:ext cx="8278200" cy="5165640"/>
            <a:chOff x="432720" y="0"/>
            <a:chExt cx="8278200" cy="5165640"/>
          </a:xfrm>
        </p:grpSpPr>
        <p:cxnSp>
          <p:nvCxnSpPr>
            <p:cNvPr id="1281" name="Google Shape;184;p5"/>
            <p:cNvCxnSpPr/>
            <p:nvPr/>
          </p:nvCxnSpPr>
          <p:spPr>
            <a:xfrm flipV="1">
              <a:off x="8420040" y="2664000"/>
              <a:ext cx="360" cy="2502000"/>
            </a:xfrm>
            <a:prstGeom prst="straightConnector1">
              <a:avLst/>
            </a:prstGeom>
            <a:ln w="9525">
              <a:solidFill>
                <a:srgbClr val="3D3D3D"/>
              </a:solidFill>
              <a:round/>
            </a:ln>
          </p:spPr>
        </p:cxnSp>
        <p:grpSp>
          <p:nvGrpSpPr>
            <p:cNvPr id="1282" name="Google Shape;185;p5"/>
            <p:cNvGrpSpPr/>
            <p:nvPr/>
          </p:nvGrpSpPr>
          <p:grpSpPr>
            <a:xfrm>
              <a:off x="8129520" y="4292280"/>
              <a:ext cx="581400" cy="582120"/>
              <a:chOff x="8129520" y="4292280"/>
              <a:chExt cx="581400" cy="582120"/>
            </a:xfrm>
          </p:grpSpPr>
          <p:sp>
            <p:nvSpPr>
              <p:cNvPr id="1283" name="Google Shape;186;p5"/>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4" name="Google Shape;187;p5"/>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5" name="Google Shape;188;p5"/>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6" name="Google Shape;189;p5"/>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87" name="Google Shape;190;p5"/>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88" name="Google Shape;191;p5"/>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89" name="Google Shape;192;p5"/>
            <p:cNvGrpSpPr/>
            <p:nvPr/>
          </p:nvGrpSpPr>
          <p:grpSpPr>
            <a:xfrm>
              <a:off x="8274240" y="3720600"/>
              <a:ext cx="291600" cy="292320"/>
              <a:chOff x="8274240" y="3720600"/>
              <a:chExt cx="291600" cy="292320"/>
            </a:xfrm>
          </p:grpSpPr>
          <p:sp>
            <p:nvSpPr>
              <p:cNvPr id="1290" name="Google Shape;193;p5"/>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1" name="Google Shape;194;p5"/>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2" name="Google Shape;195;p5"/>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3" name="Google Shape;196;p5"/>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294" name="Google Shape;197;p5"/>
            <p:cNvGrpSpPr/>
            <p:nvPr/>
          </p:nvGrpSpPr>
          <p:grpSpPr>
            <a:xfrm>
              <a:off x="8332920" y="3212640"/>
              <a:ext cx="174600" cy="174600"/>
              <a:chOff x="8332920" y="3212640"/>
              <a:chExt cx="174600" cy="174600"/>
            </a:xfrm>
          </p:grpSpPr>
          <p:sp>
            <p:nvSpPr>
              <p:cNvPr id="1295" name="Google Shape;198;p5"/>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6" name="Google Shape;199;p5"/>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297" name="Google Shape;200;p5"/>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98" name="Google Shape;201;p5"/>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299" name="Google Shape;202;p5"/>
            <p:cNvCxnSpPr/>
            <p:nvPr/>
          </p:nvCxnSpPr>
          <p:spPr>
            <a:xfrm>
              <a:off x="723600" y="360"/>
              <a:ext cx="360" cy="2502000"/>
            </a:xfrm>
            <a:prstGeom prst="straightConnector1">
              <a:avLst/>
            </a:prstGeom>
            <a:ln w="9525">
              <a:solidFill>
                <a:srgbClr val="3D3D3D"/>
              </a:solidFill>
              <a:round/>
            </a:ln>
          </p:spPr>
        </p:cxnSp>
        <p:grpSp>
          <p:nvGrpSpPr>
            <p:cNvPr id="1300" name="Google Shape;203;p5"/>
            <p:cNvGrpSpPr/>
            <p:nvPr/>
          </p:nvGrpSpPr>
          <p:grpSpPr>
            <a:xfrm>
              <a:off x="433080" y="291960"/>
              <a:ext cx="581400" cy="582120"/>
              <a:chOff x="433080" y="291960"/>
              <a:chExt cx="581400" cy="582120"/>
            </a:xfrm>
          </p:grpSpPr>
          <p:sp>
            <p:nvSpPr>
              <p:cNvPr id="1301" name="Google Shape;204;p5"/>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2" name="Google Shape;205;p5"/>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3" name="Google Shape;206;p5"/>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4" name="Google Shape;207;p5"/>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05" name="Google Shape;208;p5"/>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6" name="Google Shape;209;p5"/>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07" name="Google Shape;210;p5"/>
            <p:cNvGrpSpPr/>
            <p:nvPr/>
          </p:nvGrpSpPr>
          <p:grpSpPr>
            <a:xfrm>
              <a:off x="578160" y="1153440"/>
              <a:ext cx="291600" cy="292320"/>
              <a:chOff x="578160" y="1153440"/>
              <a:chExt cx="291600" cy="292320"/>
            </a:xfrm>
          </p:grpSpPr>
          <p:sp>
            <p:nvSpPr>
              <p:cNvPr id="1308" name="Google Shape;211;p5"/>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09" name="Google Shape;212;p5"/>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0" name="Google Shape;213;p5"/>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1" name="Google Shape;214;p5"/>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2" name="Google Shape;215;p5"/>
            <p:cNvGrpSpPr/>
            <p:nvPr/>
          </p:nvGrpSpPr>
          <p:grpSpPr>
            <a:xfrm>
              <a:off x="636480" y="1779120"/>
              <a:ext cx="174600" cy="174600"/>
              <a:chOff x="636480" y="1779120"/>
              <a:chExt cx="174600" cy="174600"/>
            </a:xfrm>
          </p:grpSpPr>
          <p:sp>
            <p:nvSpPr>
              <p:cNvPr id="1313" name="Google Shape;216;p5"/>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4" name="Google Shape;217;p5"/>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5" name="Google Shape;218;p5"/>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16" name="Google Shape;219;p5"/>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17" name="Google Shape;220;p5"/>
            <p:cNvGrpSpPr/>
            <p:nvPr/>
          </p:nvGrpSpPr>
          <p:grpSpPr>
            <a:xfrm>
              <a:off x="432720" y="2003040"/>
              <a:ext cx="174960" cy="26640"/>
              <a:chOff x="432720" y="2003040"/>
              <a:chExt cx="174960" cy="26640"/>
            </a:xfrm>
          </p:grpSpPr>
          <p:sp>
            <p:nvSpPr>
              <p:cNvPr id="1318" name="Google Shape;221;p5"/>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19" name="Google Shape;222;p5"/>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0" name="Google Shape;223;p5"/>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1" name="Google Shape;224;p5"/>
            <p:cNvGrpSpPr/>
            <p:nvPr/>
          </p:nvGrpSpPr>
          <p:grpSpPr>
            <a:xfrm>
              <a:off x="788040" y="208440"/>
              <a:ext cx="174600" cy="26640"/>
              <a:chOff x="788040" y="208440"/>
              <a:chExt cx="174600" cy="26640"/>
            </a:xfrm>
          </p:grpSpPr>
          <p:sp>
            <p:nvSpPr>
              <p:cNvPr id="1322" name="Google Shape;225;p5"/>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3" name="Google Shape;226;p5"/>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4" name="Google Shape;227;p5"/>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5" name="Google Shape;228;p5"/>
            <p:cNvGrpSpPr/>
            <p:nvPr/>
          </p:nvGrpSpPr>
          <p:grpSpPr>
            <a:xfrm>
              <a:off x="8129520" y="4988880"/>
              <a:ext cx="174600" cy="26640"/>
              <a:chOff x="8129520" y="4988880"/>
              <a:chExt cx="174600" cy="26640"/>
            </a:xfrm>
          </p:grpSpPr>
          <p:sp>
            <p:nvSpPr>
              <p:cNvPr id="1326" name="Google Shape;229;p5"/>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7" name="Google Shape;230;p5"/>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28" name="Google Shape;231;p5"/>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29" name="Google Shape;232;p5"/>
            <p:cNvGrpSpPr/>
            <p:nvPr/>
          </p:nvGrpSpPr>
          <p:grpSpPr>
            <a:xfrm>
              <a:off x="8497440" y="3429360"/>
              <a:ext cx="174600" cy="26640"/>
              <a:chOff x="8497440" y="3429360"/>
              <a:chExt cx="174600" cy="26640"/>
            </a:xfrm>
          </p:grpSpPr>
          <p:sp>
            <p:nvSpPr>
              <p:cNvPr id="1330" name="Google Shape;233;p5"/>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1" name="Google Shape;234;p5"/>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2" name="Google Shape;235;p5"/>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33" name="Google Shape;236;p5"/>
            <p:cNvCxnSpPr/>
            <p:nvPr/>
          </p:nvCxnSpPr>
          <p:spPr>
            <a:xfrm>
              <a:off x="8407080" y="0"/>
              <a:ext cx="360" cy="2161080"/>
            </a:xfrm>
            <a:prstGeom prst="straightConnector1">
              <a:avLst/>
            </a:prstGeom>
            <a:ln w="9525">
              <a:solidFill>
                <a:srgbClr val="3D3D3D"/>
              </a:solidFill>
              <a:round/>
            </a:ln>
          </p:spPr>
        </p:cxnSp>
        <p:cxnSp>
          <p:nvCxnSpPr>
            <p:cNvPr id="1334" name="Google Shape;237;p5"/>
            <p:cNvCxnSpPr/>
            <p:nvPr/>
          </p:nvCxnSpPr>
          <p:spPr>
            <a:xfrm>
              <a:off x="717840" y="2985480"/>
              <a:ext cx="360" cy="2161080"/>
            </a:xfrm>
            <a:prstGeom prst="straightConnector1">
              <a:avLst/>
            </a:prstGeom>
            <a:ln w="9525">
              <a:solidFill>
                <a:srgbClr val="3D3D3D"/>
              </a:solidFill>
              <a:round/>
            </a:ln>
          </p:spPr>
        </p:cxnSp>
        <p:sp>
          <p:nvSpPr>
            <p:cNvPr id="1335" name="Google Shape;238;p5"/>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6" name="Google Shape;239;p5"/>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7" name="Google Shape;240;p5"/>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38" name="Google Shape;241;p5"/>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1339" name="PlaceHolder 1"/>
          <p:cNvSpPr>
            <a:spLocks noGrp="1"/>
          </p:cNvSpPr>
          <p:nvPr>
            <p:ph type="title"/>
          </p:nvPr>
        </p:nvSpPr>
        <p:spPr>
          <a:xfrm>
            <a:off x="1823400" y="338400"/>
            <a:ext cx="549648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grpSp>
        <p:nvGrpSpPr>
          <p:cNvPr id="1340" name="Google Shape;244;p6"/>
          <p:cNvGrpSpPr/>
          <p:nvPr/>
        </p:nvGrpSpPr>
        <p:grpSpPr>
          <a:xfrm>
            <a:off x="432720" y="0"/>
            <a:ext cx="8278200" cy="5165640"/>
            <a:chOff x="432720" y="0"/>
            <a:chExt cx="8278200" cy="5165640"/>
          </a:xfrm>
        </p:grpSpPr>
        <p:cxnSp>
          <p:nvCxnSpPr>
            <p:cNvPr id="1341" name="Google Shape;245;p6"/>
            <p:cNvCxnSpPr/>
            <p:nvPr/>
          </p:nvCxnSpPr>
          <p:spPr>
            <a:xfrm flipV="1">
              <a:off x="8420040" y="2664000"/>
              <a:ext cx="360" cy="2502000"/>
            </a:xfrm>
            <a:prstGeom prst="straightConnector1">
              <a:avLst/>
            </a:prstGeom>
            <a:ln w="9525">
              <a:solidFill>
                <a:srgbClr val="3D3D3D"/>
              </a:solidFill>
              <a:round/>
            </a:ln>
          </p:spPr>
        </p:cxnSp>
        <p:grpSp>
          <p:nvGrpSpPr>
            <p:cNvPr id="1342" name="Google Shape;246;p6"/>
            <p:cNvGrpSpPr/>
            <p:nvPr/>
          </p:nvGrpSpPr>
          <p:grpSpPr>
            <a:xfrm>
              <a:off x="8129520" y="4292280"/>
              <a:ext cx="581400" cy="582120"/>
              <a:chOff x="8129520" y="4292280"/>
              <a:chExt cx="581400" cy="582120"/>
            </a:xfrm>
          </p:grpSpPr>
          <p:sp>
            <p:nvSpPr>
              <p:cNvPr id="1343" name="Google Shape;247;p6"/>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4" name="Google Shape;248;p6"/>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5" name="Google Shape;249;p6"/>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6" name="Google Shape;250;p6"/>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47" name="Google Shape;251;p6"/>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8" name="Google Shape;252;p6"/>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49" name="Google Shape;253;p6"/>
            <p:cNvGrpSpPr/>
            <p:nvPr/>
          </p:nvGrpSpPr>
          <p:grpSpPr>
            <a:xfrm>
              <a:off x="8274240" y="3720600"/>
              <a:ext cx="291600" cy="292320"/>
              <a:chOff x="8274240" y="3720600"/>
              <a:chExt cx="291600" cy="292320"/>
            </a:xfrm>
          </p:grpSpPr>
          <p:sp>
            <p:nvSpPr>
              <p:cNvPr id="1350" name="Google Shape;254;p6"/>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1" name="Google Shape;255;p6"/>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2" name="Google Shape;256;p6"/>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3" name="Google Shape;257;p6"/>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54" name="Google Shape;258;p6"/>
            <p:cNvGrpSpPr/>
            <p:nvPr/>
          </p:nvGrpSpPr>
          <p:grpSpPr>
            <a:xfrm>
              <a:off x="8332920" y="3212640"/>
              <a:ext cx="174600" cy="174600"/>
              <a:chOff x="8332920" y="3212640"/>
              <a:chExt cx="174600" cy="174600"/>
            </a:xfrm>
          </p:grpSpPr>
          <p:sp>
            <p:nvSpPr>
              <p:cNvPr id="1355" name="Google Shape;259;p6"/>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6" name="Google Shape;260;p6"/>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57" name="Google Shape;261;p6"/>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8" name="Google Shape;262;p6"/>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59" name="Google Shape;263;p6"/>
            <p:cNvCxnSpPr/>
            <p:nvPr/>
          </p:nvCxnSpPr>
          <p:spPr>
            <a:xfrm>
              <a:off x="723600" y="360"/>
              <a:ext cx="360" cy="2502000"/>
            </a:xfrm>
            <a:prstGeom prst="straightConnector1">
              <a:avLst/>
            </a:prstGeom>
            <a:ln w="9525">
              <a:solidFill>
                <a:srgbClr val="3D3D3D"/>
              </a:solidFill>
              <a:round/>
            </a:ln>
          </p:spPr>
        </p:cxnSp>
        <p:grpSp>
          <p:nvGrpSpPr>
            <p:cNvPr id="1360" name="Google Shape;264;p6"/>
            <p:cNvGrpSpPr/>
            <p:nvPr/>
          </p:nvGrpSpPr>
          <p:grpSpPr>
            <a:xfrm>
              <a:off x="433080" y="291960"/>
              <a:ext cx="581400" cy="582120"/>
              <a:chOff x="433080" y="291960"/>
              <a:chExt cx="581400" cy="582120"/>
            </a:xfrm>
          </p:grpSpPr>
          <p:sp>
            <p:nvSpPr>
              <p:cNvPr id="1361" name="Google Shape;265;p6"/>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2" name="Google Shape;266;p6"/>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3" name="Google Shape;267;p6"/>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4" name="Google Shape;268;p6"/>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65" name="Google Shape;269;p6"/>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6" name="Google Shape;270;p6"/>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67" name="Google Shape;271;p6"/>
            <p:cNvGrpSpPr/>
            <p:nvPr/>
          </p:nvGrpSpPr>
          <p:grpSpPr>
            <a:xfrm>
              <a:off x="578160" y="1153440"/>
              <a:ext cx="291600" cy="292320"/>
              <a:chOff x="578160" y="1153440"/>
              <a:chExt cx="291600" cy="292320"/>
            </a:xfrm>
          </p:grpSpPr>
          <p:sp>
            <p:nvSpPr>
              <p:cNvPr id="1368" name="Google Shape;272;p6"/>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9" name="Google Shape;273;p6"/>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0" name="Google Shape;274;p6"/>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1" name="Google Shape;275;p6"/>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2" name="Google Shape;276;p6"/>
            <p:cNvGrpSpPr/>
            <p:nvPr/>
          </p:nvGrpSpPr>
          <p:grpSpPr>
            <a:xfrm>
              <a:off x="636480" y="1779120"/>
              <a:ext cx="174600" cy="174600"/>
              <a:chOff x="636480" y="1779120"/>
              <a:chExt cx="174600" cy="174600"/>
            </a:xfrm>
          </p:grpSpPr>
          <p:sp>
            <p:nvSpPr>
              <p:cNvPr id="1373" name="Google Shape;277;p6"/>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4" name="Google Shape;278;p6"/>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5" name="Google Shape;279;p6"/>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6" name="Google Shape;280;p6"/>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77" name="Google Shape;281;p6"/>
            <p:cNvGrpSpPr/>
            <p:nvPr/>
          </p:nvGrpSpPr>
          <p:grpSpPr>
            <a:xfrm>
              <a:off x="432720" y="2003040"/>
              <a:ext cx="174960" cy="26640"/>
              <a:chOff x="432720" y="2003040"/>
              <a:chExt cx="174960" cy="26640"/>
            </a:xfrm>
          </p:grpSpPr>
          <p:sp>
            <p:nvSpPr>
              <p:cNvPr id="1378" name="Google Shape;282;p6"/>
              <p:cNvSpPr/>
              <p:nvPr/>
            </p:nvSpPr>
            <p:spPr>
              <a:xfrm>
                <a:off x="43272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79" name="Google Shape;283;p6"/>
              <p:cNvSpPr/>
              <p:nvPr/>
            </p:nvSpPr>
            <p:spPr>
              <a:xfrm>
                <a:off x="50688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0" name="Google Shape;284;p6"/>
              <p:cNvSpPr/>
              <p:nvPr/>
            </p:nvSpPr>
            <p:spPr>
              <a:xfrm>
                <a:off x="581040" y="20030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1" name="Google Shape;285;p6"/>
            <p:cNvGrpSpPr/>
            <p:nvPr/>
          </p:nvGrpSpPr>
          <p:grpSpPr>
            <a:xfrm>
              <a:off x="788040" y="208440"/>
              <a:ext cx="174600" cy="26640"/>
              <a:chOff x="788040" y="208440"/>
              <a:chExt cx="174600" cy="26640"/>
            </a:xfrm>
          </p:grpSpPr>
          <p:sp>
            <p:nvSpPr>
              <p:cNvPr id="1382" name="Google Shape;286;p6"/>
              <p:cNvSpPr/>
              <p:nvPr/>
            </p:nvSpPr>
            <p:spPr>
              <a:xfrm>
                <a:off x="78804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3" name="Google Shape;287;p6"/>
              <p:cNvSpPr/>
              <p:nvPr/>
            </p:nvSpPr>
            <p:spPr>
              <a:xfrm>
                <a:off x="8622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4" name="Google Shape;288;p6"/>
              <p:cNvSpPr/>
              <p:nvPr/>
            </p:nvSpPr>
            <p:spPr>
              <a:xfrm>
                <a:off x="936000" y="208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5" name="Google Shape;289;p6"/>
            <p:cNvGrpSpPr/>
            <p:nvPr/>
          </p:nvGrpSpPr>
          <p:grpSpPr>
            <a:xfrm>
              <a:off x="8129520" y="4988880"/>
              <a:ext cx="174600" cy="26640"/>
              <a:chOff x="8129520" y="4988880"/>
              <a:chExt cx="174600" cy="26640"/>
            </a:xfrm>
          </p:grpSpPr>
          <p:sp>
            <p:nvSpPr>
              <p:cNvPr id="1386" name="Google Shape;290;p6"/>
              <p:cNvSpPr/>
              <p:nvPr/>
            </p:nvSpPr>
            <p:spPr>
              <a:xfrm>
                <a:off x="81295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7" name="Google Shape;291;p6"/>
              <p:cNvSpPr/>
              <p:nvPr/>
            </p:nvSpPr>
            <p:spPr>
              <a:xfrm>
                <a:off x="820332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88" name="Google Shape;292;p6"/>
              <p:cNvSpPr/>
              <p:nvPr/>
            </p:nvSpPr>
            <p:spPr>
              <a:xfrm>
                <a:off x="8277480" y="4988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389" name="Google Shape;293;p6"/>
            <p:cNvGrpSpPr/>
            <p:nvPr/>
          </p:nvGrpSpPr>
          <p:grpSpPr>
            <a:xfrm>
              <a:off x="8497440" y="3429360"/>
              <a:ext cx="174600" cy="26640"/>
              <a:chOff x="8497440" y="3429360"/>
              <a:chExt cx="174600" cy="26640"/>
            </a:xfrm>
          </p:grpSpPr>
          <p:sp>
            <p:nvSpPr>
              <p:cNvPr id="1390" name="Google Shape;294;p6"/>
              <p:cNvSpPr/>
              <p:nvPr/>
            </p:nvSpPr>
            <p:spPr>
              <a:xfrm>
                <a:off x="849744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1" name="Google Shape;295;p6"/>
              <p:cNvSpPr/>
              <p:nvPr/>
            </p:nvSpPr>
            <p:spPr>
              <a:xfrm>
                <a:off x="85716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2" name="Google Shape;296;p6"/>
              <p:cNvSpPr/>
              <p:nvPr/>
            </p:nvSpPr>
            <p:spPr>
              <a:xfrm>
                <a:off x="8645400" y="34293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393" name="Google Shape;297;p6"/>
            <p:cNvCxnSpPr/>
            <p:nvPr/>
          </p:nvCxnSpPr>
          <p:spPr>
            <a:xfrm>
              <a:off x="8407080" y="0"/>
              <a:ext cx="360" cy="2161080"/>
            </a:xfrm>
            <a:prstGeom prst="straightConnector1">
              <a:avLst/>
            </a:prstGeom>
            <a:ln w="9525">
              <a:solidFill>
                <a:srgbClr val="3D3D3D"/>
              </a:solidFill>
              <a:round/>
            </a:ln>
          </p:spPr>
        </p:cxnSp>
        <p:cxnSp>
          <p:nvCxnSpPr>
            <p:cNvPr id="1394" name="Google Shape;298;p6"/>
            <p:cNvCxnSpPr/>
            <p:nvPr/>
          </p:nvCxnSpPr>
          <p:spPr>
            <a:xfrm>
              <a:off x="717840" y="2985480"/>
              <a:ext cx="360" cy="2161080"/>
            </a:xfrm>
            <a:prstGeom prst="straightConnector1">
              <a:avLst/>
            </a:prstGeom>
            <a:ln w="9525">
              <a:solidFill>
                <a:srgbClr val="3D3D3D"/>
              </a:solidFill>
              <a:round/>
            </a:ln>
          </p:spPr>
        </p:cxnSp>
        <p:sp>
          <p:nvSpPr>
            <p:cNvPr id="1395" name="Google Shape;299;p6"/>
            <p:cNvSpPr/>
            <p:nvPr/>
          </p:nvSpPr>
          <p:spPr>
            <a:xfrm>
              <a:off x="671760" y="458784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6" name="Google Shape;300;p6"/>
            <p:cNvSpPr/>
            <p:nvPr/>
          </p:nvSpPr>
          <p:spPr>
            <a:xfrm>
              <a:off x="671760" y="394020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7" name="Google Shape;301;p6"/>
            <p:cNvSpPr/>
            <p:nvPr/>
          </p:nvSpPr>
          <p:spPr>
            <a:xfrm>
              <a:off x="8361000" y="145368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398" name="Google Shape;302;p6"/>
            <p:cNvSpPr/>
            <p:nvPr/>
          </p:nvSpPr>
          <p:spPr>
            <a:xfrm>
              <a:off x="8361000" y="234720"/>
              <a:ext cx="92160" cy="92160"/>
            </a:xfrm>
            <a:prstGeom prst="ellipse">
              <a:avLst/>
            </a:prstGeom>
            <a:solidFill>
              <a:schemeClr val="dk1"/>
            </a:solidFill>
            <a:ln w="9525">
              <a:solidFill>
                <a:srgbClr val="3D3D3D"/>
              </a:solidFill>
              <a:round/>
            </a:ln>
          </p:spPr>
          <p:style>
            <a:lnRef idx="0">
              <a:scrgbClr r="0" g="0" b="0"/>
            </a:lnRef>
            <a:fillRef idx="0">
              <a:scrgbClr r="0" g="0" b="0"/>
            </a:fillRef>
            <a:effectRef idx="0">
              <a:scrgbClr r="0" g="0" b="0"/>
            </a:effectRef>
            <a:fontRef idx="minor"/>
          </p:style>
          <p:txBody>
            <a:bodyPr tIns="32760" bIns="32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1399" name="PlaceHolder 1"/>
          <p:cNvSpPr>
            <a:spLocks noGrp="1"/>
          </p:cNvSpPr>
          <p:nvPr>
            <p:ph type="title"/>
          </p:nvPr>
        </p:nvSpPr>
        <p:spPr>
          <a:xfrm>
            <a:off x="804600" y="3319200"/>
            <a:ext cx="3291480" cy="402120"/>
          </a:xfrm>
          <a:prstGeom prst="rect">
            <a:avLst/>
          </a:prstGeom>
          <a:noFill/>
          <a:ln w="0">
            <a:noFill/>
          </a:ln>
        </p:spPr>
        <p:txBody>
          <a:bodyPr lIns="91440" tIns="91440" rIns="91440" bIns="91440" anchor="b">
            <a:noAutofit/>
          </a:bodyPr>
          <a:lstStyle/>
          <a:p>
            <a:pPr indent="0">
              <a:buNone/>
            </a:pPr>
            <a:r>
              <a:rPr lang="fr-FR" sz="1600" b="0" u="none" strike="noStrike">
                <a:solidFill>
                  <a:schemeClr val="dk1"/>
                </a:solidFill>
                <a:effectLst/>
                <a:uFillTx/>
                <a:latin typeface="Arial"/>
              </a:rPr>
              <a:t>Click to edit the title text format</a:t>
            </a:r>
          </a:p>
        </p:txBody>
      </p:sp>
      <p:cxnSp>
        <p:nvCxnSpPr>
          <p:cNvPr id="1400" name="Google Shape;306;p7"/>
          <p:cNvCxnSpPr/>
          <p:nvPr/>
        </p:nvCxnSpPr>
        <p:spPr>
          <a:xfrm>
            <a:off x="1645920" y="523080"/>
            <a:ext cx="1672560" cy="126360"/>
          </a:xfrm>
          <a:prstGeom prst="straightConnector1">
            <a:avLst/>
          </a:prstGeom>
          <a:ln w="9525">
            <a:solidFill>
              <a:srgbClr val="3D3D3D"/>
            </a:solidFill>
            <a:round/>
          </a:ln>
        </p:spPr>
      </p:cxnSp>
      <p:cxnSp>
        <p:nvCxnSpPr>
          <p:cNvPr id="1401" name="Google Shape;307;p7"/>
          <p:cNvCxnSpPr/>
          <p:nvPr/>
        </p:nvCxnSpPr>
        <p:spPr>
          <a:xfrm flipV="1">
            <a:off x="802800" y="529560"/>
            <a:ext cx="829800" cy="743760"/>
          </a:xfrm>
          <a:prstGeom prst="straightConnector1">
            <a:avLst/>
          </a:prstGeom>
          <a:ln w="9525">
            <a:solidFill>
              <a:srgbClr val="3D3D3D"/>
            </a:solidFill>
            <a:round/>
          </a:ln>
        </p:spPr>
      </p:cxnSp>
      <p:cxnSp>
        <p:nvCxnSpPr>
          <p:cNvPr id="1402" name="Google Shape;308;p7"/>
          <p:cNvCxnSpPr/>
          <p:nvPr/>
        </p:nvCxnSpPr>
        <p:spPr>
          <a:xfrm>
            <a:off x="0" y="65160"/>
            <a:ext cx="796680" cy="1188360"/>
          </a:xfrm>
          <a:prstGeom prst="straightConnector1">
            <a:avLst/>
          </a:prstGeom>
          <a:ln w="9525">
            <a:solidFill>
              <a:srgbClr val="3D3D3D"/>
            </a:solidFill>
            <a:round/>
          </a:ln>
        </p:spPr>
      </p:cxnSp>
      <p:grpSp>
        <p:nvGrpSpPr>
          <p:cNvPr id="1403" name="Google Shape;309;p7"/>
          <p:cNvGrpSpPr/>
          <p:nvPr/>
        </p:nvGrpSpPr>
        <p:grpSpPr>
          <a:xfrm>
            <a:off x="498960" y="959760"/>
            <a:ext cx="581400" cy="582120"/>
            <a:chOff x="498960" y="959760"/>
            <a:chExt cx="581400" cy="582120"/>
          </a:xfrm>
        </p:grpSpPr>
        <p:sp>
          <p:nvSpPr>
            <p:cNvPr id="1404" name="Google Shape;310;p7"/>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5" name="Google Shape;311;p7"/>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6" name="Google Shape;312;p7"/>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7" name="Google Shape;313;p7"/>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08" name="Google Shape;314;p7"/>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9" name="Google Shape;315;p7"/>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10" name="Google Shape;316;p7"/>
          <p:cNvGrpSpPr/>
          <p:nvPr/>
        </p:nvGrpSpPr>
        <p:grpSpPr>
          <a:xfrm>
            <a:off x="1500480" y="388080"/>
            <a:ext cx="291600" cy="292320"/>
            <a:chOff x="1500480" y="388080"/>
            <a:chExt cx="291600" cy="292320"/>
          </a:xfrm>
        </p:grpSpPr>
        <p:sp>
          <p:nvSpPr>
            <p:cNvPr id="1411" name="Google Shape;317;p7"/>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2" name="Google Shape;318;p7"/>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3" name="Google Shape;319;p7"/>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4" name="Google Shape;320;p7"/>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415" name="Google Shape;321;p7"/>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6" name="Google Shape;322;p7"/>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7" name="Google Shape;323;p7"/>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8" name="Google Shape;324;p7"/>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19" name="Google Shape;325;p7"/>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20" name="Google Shape;326;p7"/>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421" name="Google Shape;327;p7"/>
          <p:cNvGrpSpPr/>
          <p:nvPr/>
        </p:nvGrpSpPr>
        <p:grpSpPr>
          <a:xfrm>
            <a:off x="3527280" y="361080"/>
            <a:ext cx="174600" cy="26640"/>
            <a:chOff x="3527280" y="361080"/>
            <a:chExt cx="174600" cy="26640"/>
          </a:xfrm>
        </p:grpSpPr>
        <p:sp>
          <p:nvSpPr>
            <p:cNvPr id="1422" name="Google Shape;328;p7"/>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3" name="Google Shape;329;p7"/>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4" name="Google Shape;330;p7"/>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5" name="Google Shape;331;p7"/>
          <p:cNvGrpSpPr/>
          <p:nvPr/>
        </p:nvGrpSpPr>
        <p:grpSpPr>
          <a:xfrm>
            <a:off x="480240" y="242640"/>
            <a:ext cx="174960" cy="26640"/>
            <a:chOff x="480240" y="242640"/>
            <a:chExt cx="174960" cy="26640"/>
          </a:xfrm>
        </p:grpSpPr>
        <p:sp>
          <p:nvSpPr>
            <p:cNvPr id="1426" name="Google Shape;332;p7"/>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7" name="Google Shape;333;p7"/>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28" name="Google Shape;334;p7"/>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29" name="Google Shape;335;p7"/>
          <p:cNvGrpSpPr/>
          <p:nvPr/>
        </p:nvGrpSpPr>
        <p:grpSpPr>
          <a:xfrm>
            <a:off x="901800" y="1653480"/>
            <a:ext cx="174600" cy="26640"/>
            <a:chOff x="901800" y="1653480"/>
            <a:chExt cx="174600" cy="26640"/>
          </a:xfrm>
        </p:grpSpPr>
        <p:sp>
          <p:nvSpPr>
            <p:cNvPr id="1430" name="Google Shape;336;p7"/>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1" name="Google Shape;337;p7"/>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2" name="Google Shape;338;p7"/>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33" name="Google Shape;339;p7"/>
          <p:cNvCxnSpPr/>
          <p:nvPr/>
        </p:nvCxnSpPr>
        <p:spPr>
          <a:xfrm>
            <a:off x="791280" y="4212360"/>
            <a:ext cx="1157400" cy="542880"/>
          </a:xfrm>
          <a:prstGeom prst="straightConnector1">
            <a:avLst/>
          </a:prstGeom>
          <a:ln w="9525">
            <a:solidFill>
              <a:srgbClr val="3D3D3D"/>
            </a:solidFill>
            <a:round/>
          </a:ln>
        </p:spPr>
      </p:cxnSp>
      <p:cxnSp>
        <p:nvCxnSpPr>
          <p:cNvPr id="1434" name="Google Shape;340;p7"/>
          <p:cNvCxnSpPr/>
          <p:nvPr/>
        </p:nvCxnSpPr>
        <p:spPr>
          <a:xfrm flipV="1">
            <a:off x="0" y="4220280"/>
            <a:ext cx="791640" cy="836640"/>
          </a:xfrm>
          <a:prstGeom prst="straightConnector1">
            <a:avLst/>
          </a:prstGeom>
          <a:ln w="9525">
            <a:solidFill>
              <a:srgbClr val="3D3D3D"/>
            </a:solidFill>
            <a:round/>
          </a:ln>
        </p:spPr>
      </p:cxnSp>
      <p:grpSp>
        <p:nvGrpSpPr>
          <p:cNvPr id="1435" name="Google Shape;341;p7"/>
          <p:cNvGrpSpPr/>
          <p:nvPr/>
        </p:nvGrpSpPr>
        <p:grpSpPr>
          <a:xfrm>
            <a:off x="499680" y="3941280"/>
            <a:ext cx="581400" cy="582120"/>
            <a:chOff x="499680" y="3941280"/>
            <a:chExt cx="581400" cy="582120"/>
          </a:xfrm>
        </p:grpSpPr>
        <p:sp>
          <p:nvSpPr>
            <p:cNvPr id="1436" name="Google Shape;342;p7"/>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7" name="Google Shape;343;p7"/>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38" name="Google Shape;344;p7"/>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39" name="Google Shape;345;p7"/>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0" name="Google Shape;346;p7"/>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1" name="Google Shape;347;p7"/>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2" name="Google Shape;348;p7"/>
          <p:cNvGrpSpPr/>
          <p:nvPr/>
        </p:nvGrpSpPr>
        <p:grpSpPr>
          <a:xfrm>
            <a:off x="1820160" y="4587120"/>
            <a:ext cx="291600" cy="292320"/>
            <a:chOff x="1820160" y="4587120"/>
            <a:chExt cx="291600" cy="292320"/>
          </a:xfrm>
        </p:grpSpPr>
        <p:sp>
          <p:nvSpPr>
            <p:cNvPr id="1443" name="Google Shape;349;p7"/>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4" name="Google Shape;350;p7"/>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45" name="Google Shape;351;p7"/>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6" name="Google Shape;352;p7"/>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47" name="Google Shape;353;p7"/>
          <p:cNvGrpSpPr/>
          <p:nvPr/>
        </p:nvGrpSpPr>
        <p:grpSpPr>
          <a:xfrm>
            <a:off x="212760" y="4645800"/>
            <a:ext cx="174600" cy="174600"/>
            <a:chOff x="212760" y="4645800"/>
            <a:chExt cx="174600" cy="174600"/>
          </a:xfrm>
        </p:grpSpPr>
        <p:sp>
          <p:nvSpPr>
            <p:cNvPr id="1448" name="Google Shape;354;p7"/>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49" name="Google Shape;355;p7"/>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0" name="Google Shape;356;p7"/>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51" name="Google Shape;357;p7"/>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2" name="Google Shape;358;p7"/>
          <p:cNvGrpSpPr/>
          <p:nvPr/>
        </p:nvGrpSpPr>
        <p:grpSpPr>
          <a:xfrm>
            <a:off x="480600" y="4852800"/>
            <a:ext cx="174960" cy="26640"/>
            <a:chOff x="480600" y="4852800"/>
            <a:chExt cx="174960" cy="26640"/>
          </a:xfrm>
        </p:grpSpPr>
        <p:sp>
          <p:nvSpPr>
            <p:cNvPr id="1453" name="Google Shape;359;p7"/>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4" name="Google Shape;360;p7"/>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5" name="Google Shape;361;p7"/>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56" name="Google Shape;362;p7"/>
          <p:cNvGrpSpPr/>
          <p:nvPr/>
        </p:nvGrpSpPr>
        <p:grpSpPr>
          <a:xfrm>
            <a:off x="1054440" y="3898800"/>
            <a:ext cx="174600" cy="26640"/>
            <a:chOff x="1054440" y="3898800"/>
            <a:chExt cx="174600" cy="26640"/>
          </a:xfrm>
        </p:grpSpPr>
        <p:sp>
          <p:nvSpPr>
            <p:cNvPr id="1457" name="Google Shape;363;p7"/>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8" name="Google Shape;364;p7"/>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59" name="Google Shape;365;p7"/>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grpSp>
        <p:nvGrpSpPr>
          <p:cNvPr id="1460" name="Google Shape;367;p8"/>
          <p:cNvGrpSpPr/>
          <p:nvPr/>
        </p:nvGrpSpPr>
        <p:grpSpPr>
          <a:xfrm>
            <a:off x="1349640" y="598320"/>
            <a:ext cx="6453360" cy="3630600"/>
            <a:chOff x="1349640" y="598320"/>
            <a:chExt cx="6453360" cy="3630600"/>
          </a:xfrm>
        </p:grpSpPr>
        <p:sp>
          <p:nvSpPr>
            <p:cNvPr id="1461" name="Google Shape;368;p8"/>
            <p:cNvSpPr/>
            <p:nvPr/>
          </p:nvSpPr>
          <p:spPr>
            <a:xfrm>
              <a:off x="1349640" y="598320"/>
              <a:ext cx="6453360" cy="3630600"/>
            </a:xfrm>
            <a:custGeom>
              <a:avLst/>
              <a:gdLst>
                <a:gd name="textAreaLeft" fmla="*/ 0 w 6453360"/>
                <a:gd name="textAreaRight" fmla="*/ 6453720 w 6453360"/>
                <a:gd name="textAreaTop" fmla="*/ 0 h 3630600"/>
                <a:gd name="textAreaBottom" fmla="*/ 3630960 h 3630600"/>
              </a:gdLst>
              <a:ahLst/>
              <a:cxnLst/>
              <a:rect l="textAreaLeft" t="textAreaTop" r="textAreaRight" b="textAreaBottom"/>
              <a:pathLst>
                <a:path w="277371" h="13262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62" name="Google Shape;369;p8"/>
            <p:cNvSpPr/>
            <p:nvPr/>
          </p:nvSpPr>
          <p:spPr>
            <a:xfrm>
              <a:off x="1397520" y="599040"/>
              <a:ext cx="6368040" cy="3629520"/>
            </a:xfrm>
            <a:custGeom>
              <a:avLst/>
              <a:gdLst>
                <a:gd name="textAreaLeft" fmla="*/ 0 w 6368040"/>
                <a:gd name="textAreaRight" fmla="*/ 6368400 w 6368040"/>
                <a:gd name="textAreaTop" fmla="*/ 0 h 3629520"/>
                <a:gd name="textAreaBottom" fmla="*/ 3629880 h 3629520"/>
              </a:gdLst>
              <a:ahLst/>
              <a:cxnLst/>
              <a:rect l="textAreaLeft" t="textAreaTop" r="textAreaRight" b="textAreaBottom"/>
              <a:pathLst>
                <a:path w="273708" h="13258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463" name="PlaceHolder 1"/>
          <p:cNvSpPr>
            <a:spLocks noGrp="1"/>
          </p:cNvSpPr>
          <p:nvPr>
            <p:ph type="title"/>
          </p:nvPr>
        </p:nvSpPr>
        <p:spPr>
          <a:xfrm>
            <a:off x="2624400" y="1620720"/>
            <a:ext cx="3904200" cy="1901520"/>
          </a:xfrm>
          <a:prstGeom prst="rect">
            <a:avLst/>
          </a:prstGeom>
          <a:noFill/>
          <a:ln w="0">
            <a:noFill/>
          </a:ln>
        </p:spPr>
        <p:txBody>
          <a:bodyPr lIns="91440" tIns="91440" rIns="91440" bIns="91440" anchor="ctr">
            <a:noAutofit/>
          </a:bodyPr>
          <a:lstStyle/>
          <a:p>
            <a:pPr indent="0">
              <a:buNone/>
            </a:pPr>
            <a:r>
              <a:rPr lang="fr-FR" sz="7300" b="0" u="none" strike="noStrike">
                <a:solidFill>
                  <a:schemeClr val="dk1"/>
                </a:solidFill>
                <a:effectLst/>
                <a:uFillTx/>
                <a:latin typeface="Arial"/>
              </a:rPr>
              <a:t>Click to edit the title text format</a:t>
            </a:r>
          </a:p>
        </p:txBody>
      </p:sp>
      <p:grpSp>
        <p:nvGrpSpPr>
          <p:cNvPr id="1464" name="Google Shape;371;p8"/>
          <p:cNvGrpSpPr/>
          <p:nvPr/>
        </p:nvGrpSpPr>
        <p:grpSpPr>
          <a:xfrm>
            <a:off x="-6840" y="-6480"/>
            <a:ext cx="9152280" cy="5101560"/>
            <a:chOff x="-6840" y="-6480"/>
            <a:chExt cx="9152280" cy="5101560"/>
          </a:xfrm>
        </p:grpSpPr>
        <p:cxnSp>
          <p:nvCxnSpPr>
            <p:cNvPr id="1465" name="Google Shape;372;p8"/>
            <p:cNvCxnSpPr/>
            <p:nvPr/>
          </p:nvCxnSpPr>
          <p:spPr>
            <a:xfrm>
              <a:off x="2904120" y="4512960"/>
              <a:ext cx="1133280" cy="306720"/>
            </a:xfrm>
            <a:prstGeom prst="straightConnector1">
              <a:avLst/>
            </a:prstGeom>
            <a:ln w="9525">
              <a:solidFill>
                <a:srgbClr val="3D3D3D"/>
              </a:solidFill>
              <a:round/>
            </a:ln>
          </p:spPr>
        </p:cxnSp>
        <p:cxnSp>
          <p:nvCxnSpPr>
            <p:cNvPr id="1466" name="Google Shape;373;p8"/>
            <p:cNvCxnSpPr/>
            <p:nvPr/>
          </p:nvCxnSpPr>
          <p:spPr>
            <a:xfrm flipV="1">
              <a:off x="1562040" y="4492080"/>
              <a:ext cx="1342440" cy="315720"/>
            </a:xfrm>
            <a:prstGeom prst="straightConnector1">
              <a:avLst/>
            </a:prstGeom>
            <a:ln w="9525">
              <a:solidFill>
                <a:srgbClr val="3D3D3D"/>
              </a:solidFill>
              <a:round/>
            </a:ln>
          </p:spPr>
        </p:cxnSp>
        <p:cxnSp>
          <p:nvCxnSpPr>
            <p:cNvPr id="1467" name="Google Shape;374;p8"/>
            <p:cNvCxnSpPr/>
            <p:nvPr/>
          </p:nvCxnSpPr>
          <p:spPr>
            <a:xfrm>
              <a:off x="259200" y="4407840"/>
              <a:ext cx="1332360" cy="392400"/>
            </a:xfrm>
            <a:prstGeom prst="straightConnector1">
              <a:avLst/>
            </a:prstGeom>
            <a:ln w="9525">
              <a:solidFill>
                <a:srgbClr val="3D3D3D"/>
              </a:solidFill>
              <a:round/>
            </a:ln>
          </p:spPr>
        </p:cxnSp>
        <p:cxnSp>
          <p:nvCxnSpPr>
            <p:cNvPr id="1468" name="Google Shape;375;p8"/>
            <p:cNvCxnSpPr/>
            <p:nvPr/>
          </p:nvCxnSpPr>
          <p:spPr>
            <a:xfrm>
              <a:off x="-6840" y="3993480"/>
              <a:ext cx="273960" cy="407520"/>
            </a:xfrm>
            <a:prstGeom prst="straightConnector1">
              <a:avLst/>
            </a:prstGeom>
            <a:ln w="9525">
              <a:solidFill>
                <a:srgbClr val="3D3D3D"/>
              </a:solidFill>
              <a:round/>
            </a:ln>
          </p:spPr>
        </p:cxnSp>
        <p:grpSp>
          <p:nvGrpSpPr>
            <p:cNvPr id="1469" name="Google Shape;376;p8"/>
            <p:cNvGrpSpPr/>
            <p:nvPr/>
          </p:nvGrpSpPr>
          <p:grpSpPr>
            <a:xfrm>
              <a:off x="1278000" y="4512960"/>
              <a:ext cx="581400" cy="582120"/>
              <a:chOff x="1278000" y="4512960"/>
              <a:chExt cx="581400" cy="582120"/>
            </a:xfrm>
          </p:grpSpPr>
          <p:sp>
            <p:nvSpPr>
              <p:cNvPr id="1470" name="Google Shape;377;p8"/>
              <p:cNvSpPr/>
              <p:nvPr/>
            </p:nvSpPr>
            <p:spPr>
              <a:xfrm flipH="1">
                <a:off x="1282680" y="45180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1" name="Google Shape;378;p8"/>
              <p:cNvSpPr/>
              <p:nvPr/>
            </p:nvSpPr>
            <p:spPr>
              <a:xfrm flipH="1">
                <a:off x="1277640" y="45129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2" name="Google Shape;379;p8"/>
              <p:cNvSpPr/>
              <p:nvPr/>
            </p:nvSpPr>
            <p:spPr>
              <a:xfrm flipH="1">
                <a:off x="1355400" y="459072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3" name="Google Shape;380;p8"/>
              <p:cNvSpPr/>
              <p:nvPr/>
            </p:nvSpPr>
            <p:spPr>
              <a:xfrm flipH="1">
                <a:off x="1350000" y="458568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4" name="Google Shape;381;p8"/>
              <p:cNvSpPr/>
              <p:nvPr/>
            </p:nvSpPr>
            <p:spPr>
              <a:xfrm flipH="1">
                <a:off x="1434240" y="466920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5" name="Google Shape;382;p8"/>
              <p:cNvSpPr/>
              <p:nvPr/>
            </p:nvSpPr>
            <p:spPr>
              <a:xfrm flipH="1">
                <a:off x="1429200" y="46645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76" name="Google Shape;383;p8"/>
            <p:cNvGrpSpPr/>
            <p:nvPr/>
          </p:nvGrpSpPr>
          <p:grpSpPr>
            <a:xfrm>
              <a:off x="2747520" y="4340520"/>
              <a:ext cx="291600" cy="292320"/>
              <a:chOff x="2747520" y="4340520"/>
              <a:chExt cx="291600" cy="292320"/>
            </a:xfrm>
          </p:grpSpPr>
          <p:sp>
            <p:nvSpPr>
              <p:cNvPr id="1477" name="Google Shape;384;p8"/>
              <p:cNvSpPr/>
              <p:nvPr/>
            </p:nvSpPr>
            <p:spPr>
              <a:xfrm flipH="1">
                <a:off x="2752200" y="43455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78" name="Google Shape;385;p8"/>
              <p:cNvSpPr/>
              <p:nvPr/>
            </p:nvSpPr>
            <p:spPr>
              <a:xfrm flipH="1">
                <a:off x="2747520" y="43405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79" name="Google Shape;386;p8"/>
              <p:cNvSpPr/>
              <p:nvPr/>
            </p:nvSpPr>
            <p:spPr>
              <a:xfrm flipH="1">
                <a:off x="2813760" y="44074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0" name="Google Shape;387;p8"/>
              <p:cNvSpPr/>
              <p:nvPr/>
            </p:nvSpPr>
            <p:spPr>
              <a:xfrm flipH="1">
                <a:off x="2808720" y="44028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1" name="Google Shape;388;p8"/>
            <p:cNvGrpSpPr/>
            <p:nvPr/>
          </p:nvGrpSpPr>
          <p:grpSpPr>
            <a:xfrm>
              <a:off x="171000" y="4314960"/>
              <a:ext cx="174600" cy="174600"/>
              <a:chOff x="171000" y="4314960"/>
              <a:chExt cx="174600" cy="174600"/>
            </a:xfrm>
          </p:grpSpPr>
          <p:sp>
            <p:nvSpPr>
              <p:cNvPr id="1482" name="Google Shape;389;p8"/>
              <p:cNvSpPr/>
              <p:nvPr/>
            </p:nvSpPr>
            <p:spPr>
              <a:xfrm flipH="1">
                <a:off x="175680" y="4320000"/>
                <a:ext cx="165600" cy="165240"/>
              </a:xfrm>
              <a:custGeom>
                <a:avLst/>
                <a:gdLst>
                  <a:gd name="textAreaLeft" fmla="*/ 360 w 165600"/>
                  <a:gd name="textAreaRight" fmla="*/ 16632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3" name="Google Shape;390;p8"/>
              <p:cNvSpPr/>
              <p:nvPr/>
            </p:nvSpPr>
            <p:spPr>
              <a:xfrm flipH="1">
                <a:off x="170640" y="4314960"/>
                <a:ext cx="174600" cy="174600"/>
              </a:xfrm>
              <a:custGeom>
                <a:avLst/>
                <a:gdLst>
                  <a:gd name="textAreaLeft" fmla="*/ -360 w 174600"/>
                  <a:gd name="textAreaRight" fmla="*/ 17460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4" name="Google Shape;391;p8"/>
              <p:cNvSpPr/>
              <p:nvPr/>
            </p:nvSpPr>
            <p:spPr>
              <a:xfrm flipH="1">
                <a:off x="212400" y="4356360"/>
                <a:ext cx="92160" cy="92880"/>
              </a:xfrm>
              <a:custGeom>
                <a:avLst/>
                <a:gdLst>
                  <a:gd name="textAreaLeft" fmla="*/ 360 w 92160"/>
                  <a:gd name="textAreaRight" fmla="*/ 9288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5" name="Google Shape;392;p8"/>
              <p:cNvSpPr/>
              <p:nvPr/>
            </p:nvSpPr>
            <p:spPr>
              <a:xfrm flipH="1">
                <a:off x="207360" y="4351680"/>
                <a:ext cx="102240" cy="101520"/>
              </a:xfrm>
              <a:custGeom>
                <a:avLst/>
                <a:gdLst>
                  <a:gd name="textAreaLeft" fmla="*/ 360 w 102240"/>
                  <a:gd name="textAreaRight" fmla="*/ 10296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86" name="Google Shape;393;p8"/>
            <p:cNvGrpSpPr/>
            <p:nvPr/>
          </p:nvGrpSpPr>
          <p:grpSpPr>
            <a:xfrm>
              <a:off x="3872880" y="4657680"/>
              <a:ext cx="292680" cy="293040"/>
              <a:chOff x="3872880" y="4657680"/>
              <a:chExt cx="292680" cy="293040"/>
            </a:xfrm>
          </p:grpSpPr>
          <p:sp>
            <p:nvSpPr>
              <p:cNvPr id="1487" name="Google Shape;394;p8"/>
              <p:cNvSpPr/>
              <p:nvPr/>
            </p:nvSpPr>
            <p:spPr>
              <a:xfrm flipH="1">
                <a:off x="3874680" y="46602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88" name="Google Shape;395;p8"/>
              <p:cNvSpPr/>
              <p:nvPr/>
            </p:nvSpPr>
            <p:spPr>
              <a:xfrm flipH="1">
                <a:off x="3872520" y="46576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89" name="Google Shape;396;p8"/>
              <p:cNvSpPr/>
              <p:nvPr/>
            </p:nvSpPr>
            <p:spPr>
              <a:xfrm flipH="1">
                <a:off x="3911760" y="469656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0" name="Google Shape;397;p8"/>
              <p:cNvSpPr/>
              <p:nvPr/>
            </p:nvSpPr>
            <p:spPr>
              <a:xfrm flipH="1">
                <a:off x="3909600" y="469404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1" name="Google Shape;398;p8"/>
              <p:cNvSpPr/>
              <p:nvPr/>
            </p:nvSpPr>
            <p:spPr>
              <a:xfrm flipH="1">
                <a:off x="3951000" y="473616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2" name="Google Shape;399;p8"/>
              <p:cNvSpPr/>
              <p:nvPr/>
            </p:nvSpPr>
            <p:spPr>
              <a:xfrm flipH="1">
                <a:off x="3948480" y="47340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493" name="Google Shape;400;p8"/>
            <p:cNvGrpSpPr/>
            <p:nvPr/>
          </p:nvGrpSpPr>
          <p:grpSpPr>
            <a:xfrm>
              <a:off x="242280" y="4142520"/>
              <a:ext cx="174600" cy="26640"/>
              <a:chOff x="242280" y="4142520"/>
              <a:chExt cx="174600" cy="26640"/>
            </a:xfrm>
          </p:grpSpPr>
          <p:sp>
            <p:nvSpPr>
              <p:cNvPr id="1494" name="Google Shape;401;p8"/>
              <p:cNvSpPr/>
              <p:nvPr/>
            </p:nvSpPr>
            <p:spPr>
              <a:xfrm flipH="1">
                <a:off x="3902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5" name="Google Shape;402;p8"/>
              <p:cNvSpPr/>
              <p:nvPr/>
            </p:nvSpPr>
            <p:spPr>
              <a:xfrm flipH="1">
                <a:off x="31644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496" name="Google Shape;403;p8"/>
              <p:cNvSpPr/>
              <p:nvPr/>
            </p:nvSpPr>
            <p:spPr>
              <a:xfrm flipH="1">
                <a:off x="242280" y="41425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497" name="Google Shape;404;p8"/>
            <p:cNvCxnSpPr/>
            <p:nvPr/>
          </p:nvCxnSpPr>
          <p:spPr>
            <a:xfrm flipH="1" flipV="1">
              <a:off x="5994720" y="226440"/>
              <a:ext cx="1505160" cy="225000"/>
            </a:xfrm>
            <a:prstGeom prst="straightConnector1">
              <a:avLst/>
            </a:prstGeom>
            <a:ln w="9525">
              <a:solidFill>
                <a:srgbClr val="3D3D3D"/>
              </a:solidFill>
              <a:round/>
            </a:ln>
          </p:spPr>
        </p:cxnSp>
        <p:cxnSp>
          <p:nvCxnSpPr>
            <p:cNvPr id="1498" name="Google Shape;405;p8"/>
            <p:cNvCxnSpPr/>
            <p:nvPr/>
          </p:nvCxnSpPr>
          <p:spPr>
            <a:xfrm flipH="1" flipV="1">
              <a:off x="7512840" y="457560"/>
              <a:ext cx="829800" cy="743760"/>
            </a:xfrm>
            <a:prstGeom prst="straightConnector1">
              <a:avLst/>
            </a:prstGeom>
            <a:ln w="9525">
              <a:solidFill>
                <a:srgbClr val="3D3D3D"/>
              </a:solidFill>
              <a:round/>
            </a:ln>
          </p:spPr>
        </p:cxnSp>
        <p:cxnSp>
          <p:nvCxnSpPr>
            <p:cNvPr id="1499" name="Google Shape;406;p8"/>
            <p:cNvCxnSpPr/>
            <p:nvPr/>
          </p:nvCxnSpPr>
          <p:spPr>
            <a:xfrm flipH="1">
              <a:off x="8348760" y="-6480"/>
              <a:ext cx="797040" cy="1188000"/>
            </a:xfrm>
            <a:prstGeom prst="straightConnector1">
              <a:avLst/>
            </a:prstGeom>
            <a:ln w="9525">
              <a:solidFill>
                <a:srgbClr val="3D3D3D"/>
              </a:solidFill>
              <a:round/>
            </a:ln>
          </p:spPr>
        </p:cxnSp>
        <p:grpSp>
          <p:nvGrpSpPr>
            <p:cNvPr id="1500" name="Google Shape;407;p8"/>
            <p:cNvGrpSpPr/>
            <p:nvPr/>
          </p:nvGrpSpPr>
          <p:grpSpPr>
            <a:xfrm>
              <a:off x="8064360" y="1040400"/>
              <a:ext cx="581400" cy="582120"/>
              <a:chOff x="8064360" y="1040400"/>
              <a:chExt cx="581400" cy="582120"/>
            </a:xfrm>
          </p:grpSpPr>
          <p:sp>
            <p:nvSpPr>
              <p:cNvPr id="1501" name="Google Shape;408;p8"/>
              <p:cNvSpPr/>
              <p:nvPr/>
            </p:nvSpPr>
            <p:spPr>
              <a:xfrm>
                <a:off x="8068680" y="104544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2" name="Google Shape;409;p8"/>
              <p:cNvSpPr/>
              <p:nvPr/>
            </p:nvSpPr>
            <p:spPr>
              <a:xfrm>
                <a:off x="8064360" y="104040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3" name="Google Shape;410;p8"/>
              <p:cNvSpPr/>
              <p:nvPr/>
            </p:nvSpPr>
            <p:spPr>
              <a:xfrm>
                <a:off x="8141040" y="111780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4" name="Google Shape;411;p8"/>
              <p:cNvSpPr/>
              <p:nvPr/>
            </p:nvSpPr>
            <p:spPr>
              <a:xfrm>
                <a:off x="8136720" y="111276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05" name="Google Shape;412;p8"/>
              <p:cNvSpPr/>
              <p:nvPr/>
            </p:nvSpPr>
            <p:spPr>
              <a:xfrm>
                <a:off x="8219880" y="119628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6" name="Google Shape;413;p8"/>
              <p:cNvSpPr/>
              <p:nvPr/>
            </p:nvSpPr>
            <p:spPr>
              <a:xfrm>
                <a:off x="8215200" y="119196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07" name="Google Shape;414;p8"/>
            <p:cNvGrpSpPr/>
            <p:nvPr/>
          </p:nvGrpSpPr>
          <p:grpSpPr>
            <a:xfrm>
              <a:off x="7353000" y="316440"/>
              <a:ext cx="291600" cy="292320"/>
              <a:chOff x="7353000" y="316440"/>
              <a:chExt cx="291600" cy="292320"/>
            </a:xfrm>
          </p:grpSpPr>
          <p:sp>
            <p:nvSpPr>
              <p:cNvPr id="1508" name="Google Shape;415;p8"/>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9" name="Google Shape;416;p8"/>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0" name="Google Shape;417;p8"/>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1" name="Google Shape;418;p8"/>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12" name="Google Shape;419;p8"/>
            <p:cNvGrpSpPr/>
            <p:nvPr/>
          </p:nvGrpSpPr>
          <p:grpSpPr>
            <a:xfrm>
              <a:off x="8792280" y="321120"/>
              <a:ext cx="174600" cy="174600"/>
              <a:chOff x="8792280" y="321120"/>
              <a:chExt cx="174600" cy="174600"/>
            </a:xfrm>
          </p:grpSpPr>
          <p:sp>
            <p:nvSpPr>
              <p:cNvPr id="1513" name="Google Shape;420;p8"/>
              <p:cNvSpPr/>
              <p:nvPr/>
            </p:nvSpPr>
            <p:spPr>
              <a:xfrm>
                <a:off x="8796600" y="32616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4" name="Google Shape;421;p8"/>
              <p:cNvSpPr/>
              <p:nvPr/>
            </p:nvSpPr>
            <p:spPr>
              <a:xfrm>
                <a:off x="8792280" y="321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5" name="Google Shape;422;p8"/>
              <p:cNvSpPr/>
              <p:nvPr/>
            </p:nvSpPr>
            <p:spPr>
              <a:xfrm>
                <a:off x="8833680" y="36252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6" name="Google Shape;423;p8"/>
              <p:cNvSpPr/>
              <p:nvPr/>
            </p:nvSpPr>
            <p:spPr>
              <a:xfrm>
                <a:off x="8828640" y="3582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17" name="Google Shape;424;p8"/>
            <p:cNvSpPr/>
            <p:nvPr/>
          </p:nvSpPr>
          <p:spPr>
            <a:xfrm>
              <a:off x="5829480" y="6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8" name="Google Shape;425;p8"/>
            <p:cNvSpPr/>
            <p:nvPr/>
          </p:nvSpPr>
          <p:spPr>
            <a:xfrm>
              <a:off x="5826960" y="6624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19" name="Google Shape;426;p8"/>
            <p:cNvSpPr/>
            <p:nvPr/>
          </p:nvSpPr>
          <p:spPr>
            <a:xfrm>
              <a:off x="5865840" y="10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0" name="Google Shape;427;p8"/>
            <p:cNvSpPr/>
            <p:nvPr/>
          </p:nvSpPr>
          <p:spPr>
            <a:xfrm>
              <a:off x="5863680" y="10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1" name="Google Shape;428;p8"/>
            <p:cNvSpPr/>
            <p:nvPr/>
          </p:nvSpPr>
          <p:spPr>
            <a:xfrm>
              <a:off x="5905440" y="14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2" name="Google Shape;429;p8"/>
            <p:cNvSpPr/>
            <p:nvPr/>
          </p:nvSpPr>
          <p:spPr>
            <a:xfrm>
              <a:off x="5903280" y="14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23" name="Google Shape;430;p8"/>
            <p:cNvGrpSpPr/>
            <p:nvPr/>
          </p:nvGrpSpPr>
          <p:grpSpPr>
            <a:xfrm>
              <a:off x="8489880" y="171000"/>
              <a:ext cx="174960" cy="26640"/>
              <a:chOff x="8489880" y="171000"/>
              <a:chExt cx="174960" cy="26640"/>
            </a:xfrm>
          </p:grpSpPr>
          <p:sp>
            <p:nvSpPr>
              <p:cNvPr id="1524" name="Google Shape;431;p8"/>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5" name="Google Shape;432;p8"/>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6" name="Google Shape;433;p8"/>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27" name="Google Shape;434;p8"/>
            <p:cNvGrpSpPr/>
            <p:nvPr/>
          </p:nvGrpSpPr>
          <p:grpSpPr>
            <a:xfrm>
              <a:off x="8678520" y="1658160"/>
              <a:ext cx="174600" cy="26640"/>
              <a:chOff x="8678520" y="1658160"/>
              <a:chExt cx="174600" cy="26640"/>
            </a:xfrm>
          </p:grpSpPr>
          <p:sp>
            <p:nvSpPr>
              <p:cNvPr id="1528" name="Google Shape;435;p8"/>
              <p:cNvSpPr/>
              <p:nvPr/>
            </p:nvSpPr>
            <p:spPr>
              <a:xfrm>
                <a:off x="86785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29" name="Google Shape;436;p8"/>
              <p:cNvSpPr/>
              <p:nvPr/>
            </p:nvSpPr>
            <p:spPr>
              <a:xfrm>
                <a:off x="875232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0" name="Google Shape;437;p8"/>
              <p:cNvSpPr/>
              <p:nvPr/>
            </p:nvSpPr>
            <p:spPr>
              <a:xfrm>
                <a:off x="8826480" y="165816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1531" name="PlaceHolder 1"/>
          <p:cNvSpPr>
            <a:spLocks noGrp="1"/>
          </p:cNvSpPr>
          <p:nvPr>
            <p:ph type="title"/>
          </p:nvPr>
        </p:nvSpPr>
        <p:spPr>
          <a:xfrm>
            <a:off x="896040" y="2039040"/>
            <a:ext cx="3565800" cy="1362240"/>
          </a:xfrm>
          <a:prstGeom prst="rect">
            <a:avLst/>
          </a:prstGeom>
          <a:noFill/>
          <a:ln w="0">
            <a:noFill/>
          </a:ln>
        </p:spPr>
        <p:txBody>
          <a:bodyPr lIns="91440" tIns="91440" rIns="91440" bIns="91440" anchor="b">
            <a:noAutofit/>
          </a:bodyPr>
          <a:lstStyle/>
          <a:p>
            <a:pPr indent="0">
              <a:buNone/>
            </a:pPr>
            <a:r>
              <a:rPr lang="fr-FR" sz="4200" b="0" u="none" strike="noStrike">
                <a:solidFill>
                  <a:schemeClr val="dk1"/>
                </a:solidFill>
                <a:effectLst/>
                <a:uFillTx/>
                <a:latin typeface="Arial"/>
              </a:rPr>
              <a:t>Click to edit the title text format</a:t>
            </a:r>
          </a:p>
        </p:txBody>
      </p:sp>
      <p:sp>
        <p:nvSpPr>
          <p:cNvPr id="1532" name="PlaceHolder 2"/>
          <p:cNvSpPr>
            <a:spLocks noGrp="1"/>
          </p:cNvSpPr>
          <p:nvPr>
            <p:ph type="body"/>
          </p:nvPr>
        </p:nvSpPr>
        <p:spPr>
          <a:xfrm>
            <a:off x="4899240" y="821880"/>
            <a:ext cx="3095640" cy="34783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cxnSp>
        <p:nvCxnSpPr>
          <p:cNvPr id="1533" name="Google Shape;441;p9"/>
          <p:cNvCxnSpPr/>
          <p:nvPr/>
        </p:nvCxnSpPr>
        <p:spPr>
          <a:xfrm>
            <a:off x="1645920" y="523080"/>
            <a:ext cx="1672560" cy="126360"/>
          </a:xfrm>
          <a:prstGeom prst="straightConnector1">
            <a:avLst/>
          </a:prstGeom>
          <a:ln w="9525">
            <a:solidFill>
              <a:srgbClr val="3D3D3D"/>
            </a:solidFill>
            <a:round/>
          </a:ln>
        </p:spPr>
      </p:cxnSp>
      <p:cxnSp>
        <p:nvCxnSpPr>
          <p:cNvPr id="1534" name="Google Shape;442;p9"/>
          <p:cNvCxnSpPr/>
          <p:nvPr/>
        </p:nvCxnSpPr>
        <p:spPr>
          <a:xfrm flipV="1">
            <a:off x="802800" y="529560"/>
            <a:ext cx="829800" cy="743760"/>
          </a:xfrm>
          <a:prstGeom prst="straightConnector1">
            <a:avLst/>
          </a:prstGeom>
          <a:ln w="9525">
            <a:solidFill>
              <a:srgbClr val="3D3D3D"/>
            </a:solidFill>
            <a:round/>
          </a:ln>
        </p:spPr>
      </p:cxnSp>
      <p:cxnSp>
        <p:nvCxnSpPr>
          <p:cNvPr id="1535" name="Google Shape;443;p9"/>
          <p:cNvCxnSpPr/>
          <p:nvPr/>
        </p:nvCxnSpPr>
        <p:spPr>
          <a:xfrm>
            <a:off x="0" y="65160"/>
            <a:ext cx="796680" cy="1188360"/>
          </a:xfrm>
          <a:prstGeom prst="straightConnector1">
            <a:avLst/>
          </a:prstGeom>
          <a:ln w="9525">
            <a:solidFill>
              <a:srgbClr val="3D3D3D"/>
            </a:solidFill>
            <a:round/>
          </a:ln>
        </p:spPr>
      </p:cxnSp>
      <p:grpSp>
        <p:nvGrpSpPr>
          <p:cNvPr id="1536" name="Google Shape;444;p9"/>
          <p:cNvGrpSpPr/>
          <p:nvPr/>
        </p:nvGrpSpPr>
        <p:grpSpPr>
          <a:xfrm>
            <a:off x="498960" y="959760"/>
            <a:ext cx="581400" cy="582120"/>
            <a:chOff x="498960" y="959760"/>
            <a:chExt cx="581400" cy="582120"/>
          </a:xfrm>
        </p:grpSpPr>
        <p:sp>
          <p:nvSpPr>
            <p:cNvPr id="1537" name="Google Shape;445;p9"/>
            <p:cNvSpPr/>
            <p:nvPr/>
          </p:nvSpPr>
          <p:spPr>
            <a:xfrm flipH="1">
              <a:off x="504000" y="964800"/>
              <a:ext cx="572400" cy="572040"/>
            </a:xfrm>
            <a:custGeom>
              <a:avLst/>
              <a:gdLst>
                <a:gd name="textAreaLeft" fmla="*/ 360 w 572400"/>
                <a:gd name="textAreaRight" fmla="*/ 57312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8" name="Google Shape;446;p9"/>
            <p:cNvSpPr/>
            <p:nvPr/>
          </p:nvSpPr>
          <p:spPr>
            <a:xfrm flipH="1">
              <a:off x="498600" y="959760"/>
              <a:ext cx="581400" cy="582120"/>
            </a:xfrm>
            <a:custGeom>
              <a:avLst/>
              <a:gdLst>
                <a:gd name="textAreaLeft" fmla="*/ -360 w 581400"/>
                <a:gd name="textAreaRight" fmla="*/ 58140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39" name="Google Shape;447;p9"/>
            <p:cNvSpPr/>
            <p:nvPr/>
          </p:nvSpPr>
          <p:spPr>
            <a:xfrm flipH="1">
              <a:off x="576360" y="1037160"/>
              <a:ext cx="427680" cy="426960"/>
            </a:xfrm>
            <a:custGeom>
              <a:avLst/>
              <a:gdLst>
                <a:gd name="textAreaLeft" fmla="*/ 360 w 427680"/>
                <a:gd name="textAreaRight" fmla="*/ 42840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0" name="Google Shape;448;p9"/>
            <p:cNvSpPr/>
            <p:nvPr/>
          </p:nvSpPr>
          <p:spPr>
            <a:xfrm flipH="1">
              <a:off x="570960" y="1032120"/>
              <a:ext cx="436680" cy="437040"/>
            </a:xfrm>
            <a:custGeom>
              <a:avLst/>
              <a:gdLst>
                <a:gd name="textAreaLeft" fmla="*/ -360 w 436680"/>
                <a:gd name="textAreaRight" fmla="*/ 43668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1" name="Google Shape;449;p9"/>
            <p:cNvSpPr/>
            <p:nvPr/>
          </p:nvSpPr>
          <p:spPr>
            <a:xfrm flipH="1">
              <a:off x="655560" y="1115640"/>
              <a:ext cx="270000" cy="270000"/>
            </a:xfrm>
            <a:custGeom>
              <a:avLst/>
              <a:gdLst>
                <a:gd name="textAreaLeft" fmla="*/ 360 w 270000"/>
                <a:gd name="textAreaRight" fmla="*/ 27072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2" name="Google Shape;450;p9"/>
            <p:cNvSpPr/>
            <p:nvPr/>
          </p:nvSpPr>
          <p:spPr>
            <a:xfrm flipH="1">
              <a:off x="650520" y="1111320"/>
              <a:ext cx="279360" cy="279000"/>
            </a:xfrm>
            <a:custGeom>
              <a:avLst/>
              <a:gdLst>
                <a:gd name="textAreaLeft" fmla="*/ 360 w 279360"/>
                <a:gd name="textAreaRight" fmla="*/ 28008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43" name="Google Shape;451;p9"/>
          <p:cNvGrpSpPr/>
          <p:nvPr/>
        </p:nvGrpSpPr>
        <p:grpSpPr>
          <a:xfrm>
            <a:off x="1500480" y="388080"/>
            <a:ext cx="291600" cy="292320"/>
            <a:chOff x="1500480" y="388080"/>
            <a:chExt cx="291600" cy="292320"/>
          </a:xfrm>
        </p:grpSpPr>
        <p:sp>
          <p:nvSpPr>
            <p:cNvPr id="1544" name="Google Shape;452;p9"/>
            <p:cNvSpPr/>
            <p:nvPr/>
          </p:nvSpPr>
          <p:spPr>
            <a:xfrm flipH="1">
              <a:off x="1504800" y="39312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5" name="Google Shape;453;p9"/>
            <p:cNvSpPr/>
            <p:nvPr/>
          </p:nvSpPr>
          <p:spPr>
            <a:xfrm flipH="1">
              <a:off x="1500480" y="38808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46" name="Google Shape;454;p9"/>
            <p:cNvSpPr/>
            <p:nvPr/>
          </p:nvSpPr>
          <p:spPr>
            <a:xfrm flipH="1">
              <a:off x="1566720" y="45504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7" name="Google Shape;455;p9"/>
            <p:cNvSpPr/>
            <p:nvPr/>
          </p:nvSpPr>
          <p:spPr>
            <a:xfrm flipH="1">
              <a:off x="1561680" y="45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548" name="Google Shape;456;p9"/>
          <p:cNvSpPr/>
          <p:nvPr/>
        </p:nvSpPr>
        <p:spPr>
          <a:xfrm flipH="1">
            <a:off x="3165480" y="49752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9" name="Google Shape;457;p9"/>
          <p:cNvSpPr/>
          <p:nvPr/>
        </p:nvSpPr>
        <p:spPr>
          <a:xfrm flipH="1">
            <a:off x="3163320" y="49500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0" name="Google Shape;458;p9"/>
          <p:cNvSpPr/>
          <p:nvPr/>
        </p:nvSpPr>
        <p:spPr>
          <a:xfrm flipH="1">
            <a:off x="3202920" y="53424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1" name="Google Shape;459;p9"/>
          <p:cNvSpPr/>
          <p:nvPr/>
        </p:nvSpPr>
        <p:spPr>
          <a:xfrm flipH="1">
            <a:off x="3200400" y="53172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2" name="Google Shape;460;p9"/>
          <p:cNvSpPr/>
          <p:nvPr/>
        </p:nvSpPr>
        <p:spPr>
          <a:xfrm flipH="1">
            <a:off x="3241800" y="57384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3" name="Google Shape;461;p9"/>
          <p:cNvSpPr/>
          <p:nvPr/>
        </p:nvSpPr>
        <p:spPr>
          <a:xfrm flipH="1">
            <a:off x="3239280" y="57132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1554" name="Google Shape;462;p9"/>
          <p:cNvGrpSpPr/>
          <p:nvPr/>
        </p:nvGrpSpPr>
        <p:grpSpPr>
          <a:xfrm>
            <a:off x="3527280" y="361080"/>
            <a:ext cx="174600" cy="26640"/>
            <a:chOff x="3527280" y="361080"/>
            <a:chExt cx="174600" cy="26640"/>
          </a:xfrm>
        </p:grpSpPr>
        <p:sp>
          <p:nvSpPr>
            <p:cNvPr id="1555" name="Google Shape;463;p9"/>
            <p:cNvSpPr/>
            <p:nvPr/>
          </p:nvSpPr>
          <p:spPr>
            <a:xfrm flipH="1">
              <a:off x="367524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6" name="Google Shape;464;p9"/>
            <p:cNvSpPr/>
            <p:nvPr/>
          </p:nvSpPr>
          <p:spPr>
            <a:xfrm flipH="1">
              <a:off x="36010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57" name="Google Shape;465;p9"/>
            <p:cNvSpPr/>
            <p:nvPr/>
          </p:nvSpPr>
          <p:spPr>
            <a:xfrm flipH="1">
              <a:off x="3527280" y="361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58" name="Google Shape;466;p9"/>
          <p:cNvGrpSpPr/>
          <p:nvPr/>
        </p:nvGrpSpPr>
        <p:grpSpPr>
          <a:xfrm>
            <a:off x="480240" y="242640"/>
            <a:ext cx="174960" cy="26640"/>
            <a:chOff x="480240" y="242640"/>
            <a:chExt cx="174960" cy="26640"/>
          </a:xfrm>
        </p:grpSpPr>
        <p:sp>
          <p:nvSpPr>
            <p:cNvPr id="1559" name="Google Shape;467;p9"/>
            <p:cNvSpPr/>
            <p:nvPr/>
          </p:nvSpPr>
          <p:spPr>
            <a:xfrm flipH="1">
              <a:off x="62856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0" name="Google Shape;468;p9"/>
            <p:cNvSpPr/>
            <p:nvPr/>
          </p:nvSpPr>
          <p:spPr>
            <a:xfrm flipH="1">
              <a:off x="55440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1" name="Google Shape;469;p9"/>
            <p:cNvSpPr/>
            <p:nvPr/>
          </p:nvSpPr>
          <p:spPr>
            <a:xfrm flipH="1">
              <a:off x="480240" y="242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62" name="Google Shape;470;p9"/>
          <p:cNvGrpSpPr/>
          <p:nvPr/>
        </p:nvGrpSpPr>
        <p:grpSpPr>
          <a:xfrm>
            <a:off x="901800" y="1653480"/>
            <a:ext cx="174600" cy="26640"/>
            <a:chOff x="901800" y="1653480"/>
            <a:chExt cx="174600" cy="26640"/>
          </a:xfrm>
        </p:grpSpPr>
        <p:sp>
          <p:nvSpPr>
            <p:cNvPr id="1563" name="Google Shape;471;p9"/>
            <p:cNvSpPr/>
            <p:nvPr/>
          </p:nvSpPr>
          <p:spPr>
            <a:xfrm flipH="1">
              <a:off x="104976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4" name="Google Shape;472;p9"/>
            <p:cNvSpPr/>
            <p:nvPr/>
          </p:nvSpPr>
          <p:spPr>
            <a:xfrm flipH="1">
              <a:off x="9756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65" name="Google Shape;473;p9"/>
            <p:cNvSpPr/>
            <p:nvPr/>
          </p:nvSpPr>
          <p:spPr>
            <a:xfrm flipH="1">
              <a:off x="901800" y="16534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566" name="Google Shape;474;p9"/>
          <p:cNvCxnSpPr/>
          <p:nvPr/>
        </p:nvCxnSpPr>
        <p:spPr>
          <a:xfrm>
            <a:off x="791280" y="4212360"/>
            <a:ext cx="1157400" cy="542880"/>
          </a:xfrm>
          <a:prstGeom prst="straightConnector1">
            <a:avLst/>
          </a:prstGeom>
          <a:ln w="9525">
            <a:solidFill>
              <a:srgbClr val="3D3D3D"/>
            </a:solidFill>
            <a:round/>
          </a:ln>
        </p:spPr>
      </p:cxnSp>
      <p:cxnSp>
        <p:nvCxnSpPr>
          <p:cNvPr id="1567" name="Google Shape;475;p9"/>
          <p:cNvCxnSpPr/>
          <p:nvPr/>
        </p:nvCxnSpPr>
        <p:spPr>
          <a:xfrm flipV="1">
            <a:off x="0" y="4220280"/>
            <a:ext cx="791640" cy="836640"/>
          </a:xfrm>
          <a:prstGeom prst="straightConnector1">
            <a:avLst/>
          </a:prstGeom>
          <a:ln w="9525">
            <a:solidFill>
              <a:srgbClr val="3D3D3D"/>
            </a:solidFill>
            <a:round/>
          </a:ln>
        </p:spPr>
      </p:cxnSp>
      <p:grpSp>
        <p:nvGrpSpPr>
          <p:cNvPr id="1568" name="Google Shape;476;p9"/>
          <p:cNvGrpSpPr/>
          <p:nvPr/>
        </p:nvGrpSpPr>
        <p:grpSpPr>
          <a:xfrm>
            <a:off x="499680" y="3941280"/>
            <a:ext cx="581400" cy="582120"/>
            <a:chOff x="499680" y="3941280"/>
            <a:chExt cx="581400" cy="582120"/>
          </a:xfrm>
        </p:grpSpPr>
        <p:sp>
          <p:nvSpPr>
            <p:cNvPr id="1569" name="Google Shape;477;p9"/>
            <p:cNvSpPr/>
            <p:nvPr/>
          </p:nvSpPr>
          <p:spPr>
            <a:xfrm rot="10800000">
              <a:off x="504360" y="3946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0" name="Google Shape;478;p9"/>
            <p:cNvSpPr/>
            <p:nvPr/>
          </p:nvSpPr>
          <p:spPr>
            <a:xfrm rot="10800000">
              <a:off x="499680" y="3941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1" name="Google Shape;479;p9"/>
            <p:cNvSpPr/>
            <p:nvPr/>
          </p:nvSpPr>
          <p:spPr>
            <a:xfrm rot="10800000">
              <a:off x="576720" y="4018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2" name="Google Shape;480;p9"/>
            <p:cNvSpPr/>
            <p:nvPr/>
          </p:nvSpPr>
          <p:spPr>
            <a:xfrm rot="10800000">
              <a:off x="572040" y="4013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3" name="Google Shape;481;p9"/>
            <p:cNvSpPr/>
            <p:nvPr/>
          </p:nvSpPr>
          <p:spPr>
            <a:xfrm rot="10800000">
              <a:off x="655560" y="4097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4" name="Google Shape;482;p9"/>
            <p:cNvSpPr/>
            <p:nvPr/>
          </p:nvSpPr>
          <p:spPr>
            <a:xfrm rot="10800000">
              <a:off x="650880" y="4092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75" name="Google Shape;483;p9"/>
          <p:cNvGrpSpPr/>
          <p:nvPr/>
        </p:nvGrpSpPr>
        <p:grpSpPr>
          <a:xfrm>
            <a:off x="1820160" y="4587120"/>
            <a:ext cx="291600" cy="292320"/>
            <a:chOff x="1820160" y="4587120"/>
            <a:chExt cx="291600" cy="292320"/>
          </a:xfrm>
        </p:grpSpPr>
        <p:sp>
          <p:nvSpPr>
            <p:cNvPr id="1576" name="Google Shape;484;p9"/>
            <p:cNvSpPr/>
            <p:nvPr/>
          </p:nvSpPr>
          <p:spPr>
            <a:xfrm rot="10800000">
              <a:off x="1824480" y="459216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7" name="Google Shape;485;p9"/>
            <p:cNvSpPr/>
            <p:nvPr/>
          </p:nvSpPr>
          <p:spPr>
            <a:xfrm rot="10800000">
              <a:off x="1820160" y="458712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78" name="Google Shape;486;p9"/>
            <p:cNvSpPr/>
            <p:nvPr/>
          </p:nvSpPr>
          <p:spPr>
            <a:xfrm rot="10800000">
              <a:off x="1886760" y="46544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79" name="Google Shape;487;p9"/>
            <p:cNvSpPr/>
            <p:nvPr/>
          </p:nvSpPr>
          <p:spPr>
            <a:xfrm rot="10800000">
              <a:off x="1881720" y="464940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0" name="Google Shape;488;p9"/>
          <p:cNvGrpSpPr/>
          <p:nvPr/>
        </p:nvGrpSpPr>
        <p:grpSpPr>
          <a:xfrm>
            <a:off x="212760" y="4645800"/>
            <a:ext cx="174600" cy="174600"/>
            <a:chOff x="212760" y="4645800"/>
            <a:chExt cx="174600" cy="174600"/>
          </a:xfrm>
        </p:grpSpPr>
        <p:sp>
          <p:nvSpPr>
            <p:cNvPr id="1581" name="Google Shape;489;p9"/>
            <p:cNvSpPr/>
            <p:nvPr/>
          </p:nvSpPr>
          <p:spPr>
            <a:xfrm rot="10800000">
              <a:off x="217440" y="46501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2" name="Google Shape;490;p9"/>
            <p:cNvSpPr/>
            <p:nvPr/>
          </p:nvSpPr>
          <p:spPr>
            <a:xfrm rot="10800000">
              <a:off x="212760" y="464580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3" name="Google Shape;491;p9"/>
            <p:cNvSpPr/>
            <p:nvPr/>
          </p:nvSpPr>
          <p:spPr>
            <a:xfrm rot="10800000">
              <a:off x="254160" y="46864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84" name="Google Shape;492;p9"/>
            <p:cNvSpPr/>
            <p:nvPr/>
          </p:nvSpPr>
          <p:spPr>
            <a:xfrm rot="10800000">
              <a:off x="249120" y="46821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5" name="Google Shape;493;p9"/>
          <p:cNvGrpSpPr/>
          <p:nvPr/>
        </p:nvGrpSpPr>
        <p:grpSpPr>
          <a:xfrm>
            <a:off x="480600" y="4852800"/>
            <a:ext cx="174960" cy="26640"/>
            <a:chOff x="480600" y="4852800"/>
            <a:chExt cx="174960" cy="26640"/>
          </a:xfrm>
        </p:grpSpPr>
        <p:sp>
          <p:nvSpPr>
            <p:cNvPr id="1586" name="Google Shape;494;p9"/>
            <p:cNvSpPr/>
            <p:nvPr/>
          </p:nvSpPr>
          <p:spPr>
            <a:xfrm rot="10800000">
              <a:off x="62892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7" name="Google Shape;495;p9"/>
            <p:cNvSpPr/>
            <p:nvPr/>
          </p:nvSpPr>
          <p:spPr>
            <a:xfrm rot="10800000">
              <a:off x="55476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88" name="Google Shape;496;p9"/>
            <p:cNvSpPr/>
            <p:nvPr/>
          </p:nvSpPr>
          <p:spPr>
            <a:xfrm rot="10800000">
              <a:off x="480600" y="4852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589" name="Google Shape;497;p9"/>
          <p:cNvGrpSpPr/>
          <p:nvPr/>
        </p:nvGrpSpPr>
        <p:grpSpPr>
          <a:xfrm>
            <a:off x="1054440" y="3898800"/>
            <a:ext cx="174600" cy="26640"/>
            <a:chOff x="1054440" y="3898800"/>
            <a:chExt cx="174600" cy="26640"/>
          </a:xfrm>
        </p:grpSpPr>
        <p:sp>
          <p:nvSpPr>
            <p:cNvPr id="1590" name="Google Shape;498;p9"/>
            <p:cNvSpPr/>
            <p:nvPr/>
          </p:nvSpPr>
          <p:spPr>
            <a:xfrm rot="10800000">
              <a:off x="12024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1" name="Google Shape;499;p9"/>
            <p:cNvSpPr/>
            <p:nvPr/>
          </p:nvSpPr>
          <p:spPr>
            <a:xfrm rot="10800000">
              <a:off x="112860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592" name="Google Shape;500;p9"/>
            <p:cNvSpPr/>
            <p:nvPr/>
          </p:nvSpPr>
          <p:spPr>
            <a:xfrm rot="10800000">
              <a:off x="1054440" y="38988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1593" name="PlaceHolder 1"/>
          <p:cNvSpPr>
            <a:spLocks noGrp="1"/>
          </p:cNvSpPr>
          <p:nvPr>
            <p:ph type="body"/>
          </p:nvPr>
        </p:nvSpPr>
        <p:spPr>
          <a:xfrm>
            <a:off x="1122120" y="1947600"/>
            <a:ext cx="2788560" cy="1362240"/>
          </a:xfrm>
          <a:prstGeom prst="rect">
            <a:avLst/>
          </a:prstGeom>
          <a:noFill/>
          <a:ln w="0">
            <a:noFill/>
          </a:ln>
        </p:spPr>
        <p:txBody>
          <a:bodyPr lIns="91440" tIns="91440" rIns="91440" bIns="91440" anchor="ctr">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1594" name="PlaceHolder 2"/>
          <p:cNvSpPr>
            <a:spLocks noGrp="1"/>
          </p:cNvSpPr>
          <p:nvPr>
            <p:ph type="title"/>
          </p:nvPr>
        </p:nvSpPr>
        <p:spPr>
          <a:xfrm>
            <a:off x="2100600" y="347400"/>
            <a:ext cx="4946760" cy="585000"/>
          </a:xfrm>
          <a:prstGeom prst="rect">
            <a:avLst/>
          </a:prstGeom>
          <a:noFill/>
          <a:ln w="0">
            <a:noFill/>
          </a:ln>
        </p:spPr>
        <p:txBody>
          <a:bodyPr lIns="91440" tIns="91440" rIns="91440" bIns="91440" anchor="ctr">
            <a:noAutofit/>
          </a:bodyPr>
          <a:lstStyle/>
          <a:p>
            <a:pPr indent="0">
              <a:buNone/>
            </a:pPr>
            <a:r>
              <a:rPr lang="fr-FR" sz="2800" b="0" u="none" strike="noStrike">
                <a:solidFill>
                  <a:schemeClr val="dk1"/>
                </a:solidFill>
                <a:effectLst/>
                <a:uFillTx/>
                <a:latin typeface="Arial"/>
              </a:rPr>
              <a:t>Click to edit the title text format</a:t>
            </a:r>
          </a:p>
        </p:txBody>
      </p:sp>
      <p:cxnSp>
        <p:nvCxnSpPr>
          <p:cNvPr id="1595" name="Google Shape;504;p10"/>
          <p:cNvCxnSpPr/>
          <p:nvPr/>
        </p:nvCxnSpPr>
        <p:spPr>
          <a:xfrm>
            <a:off x="590400" y="4340520"/>
            <a:ext cx="1213200" cy="423000"/>
          </a:xfrm>
          <a:prstGeom prst="straightConnector1">
            <a:avLst/>
          </a:prstGeom>
          <a:ln w="9525">
            <a:solidFill>
              <a:srgbClr val="3D3D3D"/>
            </a:solidFill>
            <a:round/>
          </a:ln>
        </p:spPr>
      </p:cxnSp>
      <p:cxnSp>
        <p:nvCxnSpPr>
          <p:cNvPr id="1596" name="Google Shape;505;p10"/>
          <p:cNvCxnSpPr/>
          <p:nvPr/>
        </p:nvCxnSpPr>
        <p:spPr>
          <a:xfrm flipV="1">
            <a:off x="7920" y="4332600"/>
            <a:ext cx="582840" cy="654480"/>
          </a:xfrm>
          <a:prstGeom prst="straightConnector1">
            <a:avLst/>
          </a:prstGeom>
          <a:ln w="9525">
            <a:solidFill>
              <a:srgbClr val="3D3D3D"/>
            </a:solidFill>
            <a:round/>
          </a:ln>
        </p:spPr>
      </p:cxnSp>
      <p:grpSp>
        <p:nvGrpSpPr>
          <p:cNvPr id="1597" name="Google Shape;506;p10"/>
          <p:cNvGrpSpPr/>
          <p:nvPr/>
        </p:nvGrpSpPr>
        <p:grpSpPr>
          <a:xfrm>
            <a:off x="431640" y="4183920"/>
            <a:ext cx="291600" cy="292320"/>
            <a:chOff x="431640" y="4183920"/>
            <a:chExt cx="291600" cy="292320"/>
          </a:xfrm>
        </p:grpSpPr>
        <p:sp>
          <p:nvSpPr>
            <p:cNvPr id="1598" name="Google Shape;507;p10"/>
            <p:cNvSpPr/>
            <p:nvPr/>
          </p:nvSpPr>
          <p:spPr>
            <a:xfrm flipH="1">
              <a:off x="436320" y="418860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99" name="Google Shape;508;p10"/>
            <p:cNvSpPr/>
            <p:nvPr/>
          </p:nvSpPr>
          <p:spPr>
            <a:xfrm flipH="1">
              <a:off x="431640" y="41839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0" name="Google Shape;509;p10"/>
            <p:cNvSpPr/>
            <p:nvPr/>
          </p:nvSpPr>
          <p:spPr>
            <a:xfrm flipH="1">
              <a:off x="497880" y="425052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1" name="Google Shape;510;p10"/>
            <p:cNvSpPr/>
            <p:nvPr/>
          </p:nvSpPr>
          <p:spPr>
            <a:xfrm flipH="1">
              <a:off x="492840" y="424620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02" name="Google Shape;511;p10"/>
          <p:cNvGrpSpPr/>
          <p:nvPr/>
        </p:nvGrpSpPr>
        <p:grpSpPr>
          <a:xfrm>
            <a:off x="1646280" y="4616640"/>
            <a:ext cx="292680" cy="293040"/>
            <a:chOff x="1646280" y="4616640"/>
            <a:chExt cx="292680" cy="293040"/>
          </a:xfrm>
        </p:grpSpPr>
        <p:sp>
          <p:nvSpPr>
            <p:cNvPr id="1603" name="Google Shape;512;p10"/>
            <p:cNvSpPr/>
            <p:nvPr/>
          </p:nvSpPr>
          <p:spPr>
            <a:xfrm flipH="1">
              <a:off x="1648080" y="461916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4" name="Google Shape;513;p10"/>
            <p:cNvSpPr/>
            <p:nvPr/>
          </p:nvSpPr>
          <p:spPr>
            <a:xfrm flipH="1">
              <a:off x="1645920" y="461664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5" name="Google Shape;514;p10"/>
            <p:cNvSpPr/>
            <p:nvPr/>
          </p:nvSpPr>
          <p:spPr>
            <a:xfrm flipH="1">
              <a:off x="1685520" y="46555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6" name="Google Shape;515;p10"/>
            <p:cNvSpPr/>
            <p:nvPr/>
          </p:nvSpPr>
          <p:spPr>
            <a:xfrm flipH="1">
              <a:off x="1683360" y="46530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07" name="Google Shape;516;p10"/>
            <p:cNvSpPr/>
            <p:nvPr/>
          </p:nvSpPr>
          <p:spPr>
            <a:xfrm flipH="1">
              <a:off x="1724760" y="469512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08" name="Google Shape;517;p10"/>
            <p:cNvSpPr/>
            <p:nvPr/>
          </p:nvSpPr>
          <p:spPr>
            <a:xfrm flipH="1">
              <a:off x="1722240" y="469296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1609" name="Google Shape;518;p10"/>
          <p:cNvCxnSpPr/>
          <p:nvPr/>
        </p:nvCxnSpPr>
        <p:spPr>
          <a:xfrm flipH="1" flipV="1">
            <a:off x="7196760" y="294840"/>
            <a:ext cx="1157400" cy="543240"/>
          </a:xfrm>
          <a:prstGeom prst="straightConnector1">
            <a:avLst/>
          </a:prstGeom>
          <a:ln w="9525">
            <a:solidFill>
              <a:srgbClr val="3D3D3D"/>
            </a:solidFill>
            <a:round/>
          </a:ln>
        </p:spPr>
      </p:cxnSp>
      <p:cxnSp>
        <p:nvCxnSpPr>
          <p:cNvPr id="1610" name="Google Shape;519;p10"/>
          <p:cNvCxnSpPr/>
          <p:nvPr/>
        </p:nvCxnSpPr>
        <p:spPr>
          <a:xfrm flipH="1">
            <a:off x="8353800" y="-6480"/>
            <a:ext cx="792000" cy="836280"/>
          </a:xfrm>
          <a:prstGeom prst="straightConnector1">
            <a:avLst/>
          </a:prstGeom>
          <a:ln w="9525">
            <a:solidFill>
              <a:srgbClr val="3D3D3D"/>
            </a:solidFill>
            <a:round/>
          </a:ln>
        </p:spPr>
      </p:cxnSp>
      <p:grpSp>
        <p:nvGrpSpPr>
          <p:cNvPr id="1611" name="Google Shape;520;p10"/>
          <p:cNvGrpSpPr/>
          <p:nvPr/>
        </p:nvGrpSpPr>
        <p:grpSpPr>
          <a:xfrm>
            <a:off x="8064360" y="527040"/>
            <a:ext cx="581400" cy="582120"/>
            <a:chOff x="8064360" y="527040"/>
            <a:chExt cx="581400" cy="582120"/>
          </a:xfrm>
        </p:grpSpPr>
        <p:sp>
          <p:nvSpPr>
            <p:cNvPr id="1612" name="Google Shape;521;p10"/>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3" name="Google Shape;522;p10"/>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4" name="Google Shape;523;p10"/>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5" name="Google Shape;524;p10"/>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16" name="Google Shape;525;p10"/>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7" name="Google Shape;526;p10"/>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18" name="Google Shape;527;p10"/>
          <p:cNvGrpSpPr/>
          <p:nvPr/>
        </p:nvGrpSpPr>
        <p:grpSpPr>
          <a:xfrm>
            <a:off x="7034040" y="171000"/>
            <a:ext cx="291600" cy="292320"/>
            <a:chOff x="7034040" y="171000"/>
            <a:chExt cx="291600" cy="292320"/>
          </a:xfrm>
        </p:grpSpPr>
        <p:sp>
          <p:nvSpPr>
            <p:cNvPr id="1619" name="Google Shape;528;p10"/>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0" name="Google Shape;529;p10"/>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1" name="Google Shape;530;p10"/>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2" name="Google Shape;531;p10"/>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3" name="Google Shape;532;p10"/>
          <p:cNvGrpSpPr/>
          <p:nvPr/>
        </p:nvGrpSpPr>
        <p:grpSpPr>
          <a:xfrm>
            <a:off x="8758080" y="229680"/>
            <a:ext cx="174600" cy="174600"/>
            <a:chOff x="8758080" y="229680"/>
            <a:chExt cx="174600" cy="174600"/>
          </a:xfrm>
        </p:grpSpPr>
        <p:sp>
          <p:nvSpPr>
            <p:cNvPr id="1624" name="Google Shape;533;p10"/>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5" name="Google Shape;534;p10"/>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26" name="Google Shape;535;p10"/>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7" name="Google Shape;536;p10"/>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28" name="Google Shape;537;p10"/>
          <p:cNvGrpSpPr/>
          <p:nvPr/>
        </p:nvGrpSpPr>
        <p:grpSpPr>
          <a:xfrm>
            <a:off x="8489880" y="171000"/>
            <a:ext cx="174960" cy="26640"/>
            <a:chOff x="8489880" y="171000"/>
            <a:chExt cx="174960" cy="26640"/>
          </a:xfrm>
        </p:grpSpPr>
        <p:sp>
          <p:nvSpPr>
            <p:cNvPr id="1629" name="Google Shape;538;p10"/>
            <p:cNvSpPr/>
            <p:nvPr/>
          </p:nvSpPr>
          <p:spPr>
            <a:xfrm>
              <a:off x="848988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0" name="Google Shape;539;p10"/>
            <p:cNvSpPr/>
            <p:nvPr/>
          </p:nvSpPr>
          <p:spPr>
            <a:xfrm>
              <a:off x="856404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1" name="Google Shape;540;p10"/>
            <p:cNvSpPr/>
            <p:nvPr/>
          </p:nvSpPr>
          <p:spPr>
            <a:xfrm>
              <a:off x="8638200" y="1710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632" name="Google Shape;541;p10"/>
          <p:cNvGrpSpPr/>
          <p:nvPr/>
        </p:nvGrpSpPr>
        <p:grpSpPr>
          <a:xfrm>
            <a:off x="7916400" y="1124640"/>
            <a:ext cx="174600" cy="26640"/>
            <a:chOff x="7916400" y="1124640"/>
            <a:chExt cx="174600" cy="26640"/>
          </a:xfrm>
        </p:grpSpPr>
        <p:sp>
          <p:nvSpPr>
            <p:cNvPr id="1633" name="Google Shape;542;p10"/>
            <p:cNvSpPr/>
            <p:nvPr/>
          </p:nvSpPr>
          <p:spPr>
            <a:xfrm>
              <a:off x="79164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4" name="Google Shape;543;p10"/>
            <p:cNvSpPr/>
            <p:nvPr/>
          </p:nvSpPr>
          <p:spPr>
            <a:xfrm>
              <a:off x="799020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35" name="Google Shape;544;p10"/>
            <p:cNvSpPr/>
            <p:nvPr/>
          </p:nvSpPr>
          <p:spPr>
            <a:xfrm>
              <a:off x="8064360" y="11246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theme" Target="../theme/theme3.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slideLayout" Target="../slideLayouts/slideLayout32.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slideLayout" Target="../slideLayouts/slideLayout31.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5" name="Google Shape;546;p11"/>
          <p:cNvGrpSpPr/>
          <p:nvPr/>
        </p:nvGrpSpPr>
        <p:grpSpPr>
          <a:xfrm>
            <a:off x="1955160" y="1125000"/>
            <a:ext cx="5234040" cy="3069000"/>
            <a:chOff x="1955160" y="1125000"/>
            <a:chExt cx="5234040" cy="3069000"/>
          </a:xfrm>
        </p:grpSpPr>
        <p:sp>
          <p:nvSpPr>
            <p:cNvPr id="36" name="Google Shape;547;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548;p11"/>
            <p:cNvSpPr/>
            <p:nvPr/>
          </p:nvSpPr>
          <p:spPr>
            <a:xfrm rot="10800000">
              <a:off x="1955160" y="1125720"/>
              <a:ext cx="5234040" cy="3068280"/>
            </a:xfrm>
            <a:custGeom>
              <a:avLst/>
              <a:gdLst>
                <a:gd name="textAreaLeft" fmla="*/ 0 w 5234040"/>
                <a:gd name="textAreaRight" fmla="*/ 5234400 w 5234040"/>
                <a:gd name="textAreaTop" fmla="*/ 0 h 3068280"/>
                <a:gd name="textAreaBottom" fmla="*/ 3068640 h 3068280"/>
              </a:gdLst>
              <a:ahLst/>
              <a:cxnLst/>
              <a:rect l="textAreaLeft" t="textAreaTop" r="textAreaRight" b="textAreaBottom"/>
              <a:pathLst>
                <a:path w="214347" h="206954">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549;p11"/>
            <p:cNvSpPr/>
            <p:nvPr/>
          </p:nvSpPr>
          <p:spPr>
            <a:xfrm rot="10800000">
              <a:off x="1960920" y="1125000"/>
              <a:ext cx="5207760" cy="3068640"/>
            </a:xfrm>
            <a:custGeom>
              <a:avLst/>
              <a:gdLst>
                <a:gd name="textAreaLeft" fmla="*/ 0 w 5207760"/>
                <a:gd name="textAreaRight" fmla="*/ 5208120 w 5207760"/>
                <a:gd name="textAreaTop" fmla="*/ 0 h 3068640"/>
                <a:gd name="textAreaBottom" fmla="*/ 3069000 h 3068640"/>
              </a:gdLst>
              <a:ahLst/>
              <a:cxnLst/>
              <a:rect l="textAreaLeft" t="textAreaTop" r="textAreaRight" b="textAreaBottom"/>
              <a:pathLst>
                <a:path w="213267" h="206972">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cxnSp>
        <p:nvCxnSpPr>
          <p:cNvPr id="39" name="Google Shape;551;p11"/>
          <p:cNvCxnSpPr/>
          <p:nvPr/>
        </p:nvCxnSpPr>
        <p:spPr>
          <a:xfrm flipH="1">
            <a:off x="7682760" y="2910960"/>
            <a:ext cx="306720" cy="1133640"/>
          </a:xfrm>
          <a:prstGeom prst="straightConnector1">
            <a:avLst/>
          </a:prstGeom>
          <a:ln w="9525">
            <a:solidFill>
              <a:srgbClr val="3D3D3D"/>
            </a:solidFill>
            <a:round/>
          </a:ln>
        </p:spPr>
      </p:cxnSp>
      <p:cxnSp>
        <p:nvCxnSpPr>
          <p:cNvPr id="40" name="Google Shape;552;p11"/>
          <p:cNvCxnSpPr/>
          <p:nvPr/>
        </p:nvCxnSpPr>
        <p:spPr>
          <a:xfrm>
            <a:off x="7694640" y="1568880"/>
            <a:ext cx="315720" cy="1342440"/>
          </a:xfrm>
          <a:prstGeom prst="straightConnector1">
            <a:avLst/>
          </a:prstGeom>
          <a:ln w="9525">
            <a:solidFill>
              <a:srgbClr val="3D3D3D"/>
            </a:solidFill>
            <a:round/>
          </a:ln>
        </p:spPr>
      </p:cxnSp>
      <p:cxnSp>
        <p:nvCxnSpPr>
          <p:cNvPr id="41" name="Google Shape;553;p11"/>
          <p:cNvCxnSpPr/>
          <p:nvPr/>
        </p:nvCxnSpPr>
        <p:spPr>
          <a:xfrm flipH="1">
            <a:off x="7702200" y="266400"/>
            <a:ext cx="392400" cy="1332360"/>
          </a:xfrm>
          <a:prstGeom prst="straightConnector1">
            <a:avLst/>
          </a:prstGeom>
          <a:ln w="9525">
            <a:solidFill>
              <a:srgbClr val="3D3D3D"/>
            </a:solidFill>
            <a:round/>
          </a:ln>
        </p:spPr>
      </p:cxnSp>
      <p:cxnSp>
        <p:nvCxnSpPr>
          <p:cNvPr id="42" name="Google Shape;554;p11"/>
          <p:cNvCxnSpPr/>
          <p:nvPr/>
        </p:nvCxnSpPr>
        <p:spPr>
          <a:xfrm flipH="1">
            <a:off x="8101800" y="0"/>
            <a:ext cx="407160" cy="273960"/>
          </a:xfrm>
          <a:prstGeom prst="straightConnector1">
            <a:avLst/>
          </a:prstGeom>
          <a:ln w="9525">
            <a:solidFill>
              <a:srgbClr val="3D3D3D"/>
            </a:solidFill>
            <a:round/>
          </a:ln>
        </p:spPr>
      </p:cxnSp>
      <p:grpSp>
        <p:nvGrpSpPr>
          <p:cNvPr id="43" name="Google Shape;555;p11"/>
          <p:cNvGrpSpPr/>
          <p:nvPr/>
        </p:nvGrpSpPr>
        <p:grpSpPr>
          <a:xfrm>
            <a:off x="7407360" y="1284840"/>
            <a:ext cx="582120" cy="581400"/>
            <a:chOff x="7407360" y="1284840"/>
            <a:chExt cx="582120" cy="581400"/>
          </a:xfrm>
        </p:grpSpPr>
        <p:sp>
          <p:nvSpPr>
            <p:cNvPr id="44" name="Google Shape;556;p11"/>
            <p:cNvSpPr/>
            <p:nvPr/>
          </p:nvSpPr>
          <p:spPr>
            <a:xfrm rot="16200000" flipV="1">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5" name="Google Shape;557;p11"/>
            <p:cNvSpPr/>
            <p:nvPr/>
          </p:nvSpPr>
          <p:spPr>
            <a:xfrm rot="16200000" flipV="1">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6" name="Google Shape;558;p11"/>
            <p:cNvSpPr/>
            <p:nvPr/>
          </p:nvSpPr>
          <p:spPr>
            <a:xfrm rot="16200000" flipV="1">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Google Shape;559;p11"/>
            <p:cNvSpPr/>
            <p:nvPr/>
          </p:nvSpPr>
          <p:spPr>
            <a:xfrm rot="16200000" flipV="1">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48" name="Google Shape;560;p11"/>
            <p:cNvSpPr/>
            <p:nvPr/>
          </p:nvSpPr>
          <p:spPr>
            <a:xfrm rot="16200000" flipV="1">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561;p11"/>
            <p:cNvSpPr/>
            <p:nvPr/>
          </p:nvSpPr>
          <p:spPr>
            <a:xfrm rot="16200000" flipV="1">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0" name="Google Shape;562;p11"/>
          <p:cNvGrpSpPr/>
          <p:nvPr/>
        </p:nvGrpSpPr>
        <p:grpSpPr>
          <a:xfrm>
            <a:off x="7869600" y="2754360"/>
            <a:ext cx="292320" cy="291600"/>
            <a:chOff x="7869600" y="2754360"/>
            <a:chExt cx="292320" cy="291600"/>
          </a:xfrm>
        </p:grpSpPr>
        <p:sp>
          <p:nvSpPr>
            <p:cNvPr id="51" name="Google Shape;563;p11"/>
            <p:cNvSpPr/>
            <p:nvPr/>
          </p:nvSpPr>
          <p:spPr>
            <a:xfrm rot="16200000" flipV="1">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564;p11"/>
            <p:cNvSpPr/>
            <p:nvPr/>
          </p:nvSpPr>
          <p:spPr>
            <a:xfrm rot="16200000" flipV="1">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3" name="Google Shape;565;p11"/>
            <p:cNvSpPr/>
            <p:nvPr/>
          </p:nvSpPr>
          <p:spPr>
            <a:xfrm rot="16200000" flipV="1">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566;p11"/>
            <p:cNvSpPr/>
            <p:nvPr/>
          </p:nvSpPr>
          <p:spPr>
            <a:xfrm rot="16200000" flipV="1">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55" name="Google Shape;567;p11"/>
          <p:cNvGrpSpPr/>
          <p:nvPr/>
        </p:nvGrpSpPr>
        <p:grpSpPr>
          <a:xfrm>
            <a:off x="8012880" y="177840"/>
            <a:ext cx="174600" cy="174600"/>
            <a:chOff x="8012880" y="177840"/>
            <a:chExt cx="174600" cy="174600"/>
          </a:xfrm>
        </p:grpSpPr>
        <p:sp>
          <p:nvSpPr>
            <p:cNvPr id="56" name="Google Shape;568;p11"/>
            <p:cNvSpPr/>
            <p:nvPr/>
          </p:nvSpPr>
          <p:spPr>
            <a:xfrm rot="16200000" flipV="1">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a:solidFill>
                <a:srgbClr val="FFFFFF"/>
              </a:solidFill>
              <a:round/>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7" name="Google Shape;569;p11"/>
            <p:cNvSpPr/>
            <p:nvPr/>
          </p:nvSpPr>
          <p:spPr>
            <a:xfrm rot="16200000" flipV="1">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58" name="Google Shape;570;p11"/>
            <p:cNvSpPr/>
            <p:nvPr/>
          </p:nvSpPr>
          <p:spPr>
            <a:xfrm rot="16200000" flipV="1">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9" name="Google Shape;571;p11"/>
            <p:cNvSpPr/>
            <p:nvPr/>
          </p:nvSpPr>
          <p:spPr>
            <a:xfrm rot="16200000" flipV="1">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0" name="Google Shape;572;p11"/>
          <p:cNvGrpSpPr/>
          <p:nvPr/>
        </p:nvGrpSpPr>
        <p:grpSpPr>
          <a:xfrm>
            <a:off x="7551720" y="3880440"/>
            <a:ext cx="293040" cy="292680"/>
            <a:chOff x="7551720" y="3880440"/>
            <a:chExt cx="293040" cy="292680"/>
          </a:xfrm>
        </p:grpSpPr>
        <p:sp>
          <p:nvSpPr>
            <p:cNvPr id="61" name="Google Shape;573;p11"/>
            <p:cNvSpPr/>
            <p:nvPr/>
          </p:nvSpPr>
          <p:spPr>
            <a:xfrm rot="5400000" flipH="1">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Google Shape;574;p11"/>
            <p:cNvSpPr/>
            <p:nvPr/>
          </p:nvSpPr>
          <p:spPr>
            <a:xfrm rot="5400000" flipH="1">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3" name="Google Shape;575;p11"/>
            <p:cNvSpPr/>
            <p:nvPr/>
          </p:nvSpPr>
          <p:spPr>
            <a:xfrm rot="5400000" flipH="1">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4" name="Google Shape;576;p11"/>
            <p:cNvSpPr/>
            <p:nvPr/>
          </p:nvSpPr>
          <p:spPr>
            <a:xfrm rot="5400000" flipH="1">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5" name="Google Shape;577;p11"/>
            <p:cNvSpPr/>
            <p:nvPr/>
          </p:nvSpPr>
          <p:spPr>
            <a:xfrm rot="5400000" flipH="1">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Google Shape;578;p11"/>
            <p:cNvSpPr/>
            <p:nvPr/>
          </p:nvSpPr>
          <p:spPr>
            <a:xfrm rot="5400000" flipH="1">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67" name="Google Shape;579;p11"/>
          <p:cNvGrpSpPr/>
          <p:nvPr/>
        </p:nvGrpSpPr>
        <p:grpSpPr>
          <a:xfrm>
            <a:off x="8333280" y="249120"/>
            <a:ext cx="26640" cy="174600"/>
            <a:chOff x="8333280" y="249120"/>
            <a:chExt cx="26640" cy="174600"/>
          </a:xfrm>
        </p:grpSpPr>
        <p:sp>
          <p:nvSpPr>
            <p:cNvPr id="68" name="Google Shape;580;p11"/>
            <p:cNvSpPr/>
            <p:nvPr/>
          </p:nvSpPr>
          <p:spPr>
            <a:xfrm rot="16200000" flipV="1">
              <a:off x="8333280" y="397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69" name="Google Shape;581;p11"/>
            <p:cNvSpPr/>
            <p:nvPr/>
          </p:nvSpPr>
          <p:spPr>
            <a:xfrm rot="16200000" flipV="1">
              <a:off x="8333280" y="3232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0" name="Google Shape;582;p11"/>
            <p:cNvSpPr/>
            <p:nvPr/>
          </p:nvSpPr>
          <p:spPr>
            <a:xfrm rot="16200000" flipV="1">
              <a:off x="8333280" y="249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cxnSp>
        <p:nvCxnSpPr>
          <p:cNvPr id="71" name="Google Shape;583;p11"/>
          <p:cNvCxnSpPr/>
          <p:nvPr/>
        </p:nvCxnSpPr>
        <p:spPr>
          <a:xfrm flipH="1" flipV="1">
            <a:off x="1513800" y="1824840"/>
            <a:ext cx="126360" cy="1672920"/>
          </a:xfrm>
          <a:prstGeom prst="straightConnector1">
            <a:avLst/>
          </a:prstGeom>
          <a:ln w="9525">
            <a:solidFill>
              <a:srgbClr val="3D3D3D"/>
            </a:solidFill>
            <a:round/>
          </a:ln>
        </p:spPr>
      </p:cxnSp>
      <p:cxnSp>
        <p:nvCxnSpPr>
          <p:cNvPr id="72" name="Google Shape;584;p11"/>
          <p:cNvCxnSpPr/>
          <p:nvPr/>
        </p:nvCxnSpPr>
        <p:spPr>
          <a:xfrm flipV="1">
            <a:off x="889920" y="3510720"/>
            <a:ext cx="743760" cy="829800"/>
          </a:xfrm>
          <a:prstGeom prst="straightConnector1">
            <a:avLst/>
          </a:prstGeom>
          <a:ln w="9525">
            <a:solidFill>
              <a:srgbClr val="3D3D3D"/>
            </a:solidFill>
            <a:round/>
          </a:ln>
        </p:spPr>
      </p:cxnSp>
      <p:cxnSp>
        <p:nvCxnSpPr>
          <p:cNvPr id="73" name="Google Shape;585;p11"/>
          <p:cNvCxnSpPr/>
          <p:nvPr/>
        </p:nvCxnSpPr>
        <p:spPr>
          <a:xfrm flipH="1" flipV="1">
            <a:off x="909720" y="4347000"/>
            <a:ext cx="1188360" cy="796680"/>
          </a:xfrm>
          <a:prstGeom prst="straightConnector1">
            <a:avLst/>
          </a:prstGeom>
          <a:ln w="9525">
            <a:solidFill>
              <a:srgbClr val="3D3D3D"/>
            </a:solidFill>
            <a:round/>
          </a:ln>
        </p:spPr>
      </p:cxnSp>
      <p:grpSp>
        <p:nvGrpSpPr>
          <p:cNvPr id="74" name="Google Shape;586;p11"/>
          <p:cNvGrpSpPr/>
          <p:nvPr/>
        </p:nvGrpSpPr>
        <p:grpSpPr>
          <a:xfrm>
            <a:off x="621360" y="4062240"/>
            <a:ext cx="582120" cy="581400"/>
            <a:chOff x="621360" y="4062240"/>
            <a:chExt cx="582120" cy="581400"/>
          </a:xfrm>
        </p:grpSpPr>
        <p:sp>
          <p:nvSpPr>
            <p:cNvPr id="75" name="Google Shape;587;p11"/>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6" name="Google Shape;588;p11"/>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7" name="Google Shape;589;p11"/>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8" name="Google Shape;590;p11"/>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79" name="Google Shape;591;p11"/>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0" name="Google Shape;592;p11"/>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1" name="Google Shape;593;p11"/>
          <p:cNvGrpSpPr/>
          <p:nvPr/>
        </p:nvGrpSpPr>
        <p:grpSpPr>
          <a:xfrm>
            <a:off x="1482840" y="3351240"/>
            <a:ext cx="292320" cy="291600"/>
            <a:chOff x="1482840" y="3351240"/>
            <a:chExt cx="292320" cy="291600"/>
          </a:xfrm>
        </p:grpSpPr>
        <p:sp>
          <p:nvSpPr>
            <p:cNvPr id="82" name="Google Shape;594;p11"/>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3" name="Google Shape;595;p11"/>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4" name="Google Shape;596;p11"/>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9200" bIns="792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5" name="Google Shape;597;p11"/>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3880" bIns="83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86" name="Google Shape;598;p11"/>
          <p:cNvGrpSpPr/>
          <p:nvPr/>
        </p:nvGrpSpPr>
        <p:grpSpPr>
          <a:xfrm>
            <a:off x="1595520" y="4790160"/>
            <a:ext cx="174600" cy="174600"/>
            <a:chOff x="1595520" y="4790160"/>
            <a:chExt cx="174600" cy="174600"/>
          </a:xfrm>
        </p:grpSpPr>
        <p:sp>
          <p:nvSpPr>
            <p:cNvPr id="87" name="Google Shape;599;p11"/>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82800" bIns="828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88" name="Google Shape;600;p11"/>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87480" bIns="87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89" name="Google Shape;601;p11"/>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6440" bIns="46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0" name="Google Shape;602;p11"/>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50760" bIns="50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91" name="Google Shape;603;p11"/>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604;p11"/>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3" name="Google Shape;605;p11"/>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606;p11"/>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5" name="Google Shape;607;p11"/>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68040" bIns="68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608;p11"/>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nvGrpSpPr>
          <p:cNvPr id="97" name="Google Shape;609;p11"/>
          <p:cNvGrpSpPr/>
          <p:nvPr/>
        </p:nvGrpSpPr>
        <p:grpSpPr>
          <a:xfrm>
            <a:off x="1775520" y="1441440"/>
            <a:ext cx="26640" cy="174600"/>
            <a:chOff x="1775520" y="1441440"/>
            <a:chExt cx="26640" cy="174600"/>
          </a:xfrm>
        </p:grpSpPr>
        <p:sp>
          <p:nvSpPr>
            <p:cNvPr id="98" name="Google Shape;610;p11"/>
            <p:cNvSpPr/>
            <p:nvPr/>
          </p:nvSpPr>
          <p:spPr>
            <a:xfrm rot="5400000">
              <a:off x="1775520" y="14414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99" name="Google Shape;611;p11"/>
            <p:cNvSpPr/>
            <p:nvPr/>
          </p:nvSpPr>
          <p:spPr>
            <a:xfrm rot="5400000">
              <a:off x="1775520" y="151524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0" name="Google Shape;612;p11"/>
            <p:cNvSpPr/>
            <p:nvPr/>
          </p:nvSpPr>
          <p:spPr>
            <a:xfrm rot="5400000">
              <a:off x="1775520" y="158940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1" name="Google Shape;613;p11"/>
          <p:cNvGrpSpPr/>
          <p:nvPr/>
        </p:nvGrpSpPr>
        <p:grpSpPr>
          <a:xfrm>
            <a:off x="1893960" y="4488120"/>
            <a:ext cx="26640" cy="174600"/>
            <a:chOff x="1893960" y="4488120"/>
            <a:chExt cx="26640" cy="174600"/>
          </a:xfrm>
        </p:grpSpPr>
        <p:sp>
          <p:nvSpPr>
            <p:cNvPr id="102" name="Google Shape;614;p11"/>
            <p:cNvSpPr/>
            <p:nvPr/>
          </p:nvSpPr>
          <p:spPr>
            <a:xfrm rot="5400000">
              <a:off x="1893960" y="44881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3" name="Google Shape;615;p11"/>
            <p:cNvSpPr/>
            <p:nvPr/>
          </p:nvSpPr>
          <p:spPr>
            <a:xfrm rot="5400000">
              <a:off x="1893960" y="4561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4" name="Google Shape;616;p11"/>
            <p:cNvSpPr/>
            <p:nvPr/>
          </p:nvSpPr>
          <p:spPr>
            <a:xfrm rot="5400000">
              <a:off x="1893960" y="46360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grpSp>
        <p:nvGrpSpPr>
          <p:cNvPr id="105" name="Google Shape;617;p11"/>
          <p:cNvGrpSpPr/>
          <p:nvPr/>
        </p:nvGrpSpPr>
        <p:grpSpPr>
          <a:xfrm>
            <a:off x="483120" y="4066920"/>
            <a:ext cx="26640" cy="174600"/>
            <a:chOff x="483120" y="4066920"/>
            <a:chExt cx="26640" cy="174600"/>
          </a:xfrm>
        </p:grpSpPr>
        <p:sp>
          <p:nvSpPr>
            <p:cNvPr id="106" name="Google Shape;618;p11"/>
            <p:cNvSpPr/>
            <p:nvPr/>
          </p:nvSpPr>
          <p:spPr>
            <a:xfrm rot="5400000">
              <a:off x="483120" y="40669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7" name="Google Shape;619;p11"/>
            <p:cNvSpPr/>
            <p:nvPr/>
          </p:nvSpPr>
          <p:spPr>
            <a:xfrm rot="5400000">
              <a:off x="483120" y="414072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08" name="Google Shape;620;p11"/>
            <p:cNvSpPr/>
            <p:nvPr/>
          </p:nvSpPr>
          <p:spPr>
            <a:xfrm rot="5400000">
              <a:off x="483120" y="4214880"/>
              <a:ext cx="26640" cy="26640"/>
            </a:xfrm>
            <a:prstGeom prst="ellipse">
              <a:avLst/>
            </a:prstGeom>
            <a:solidFill>
              <a:schemeClr val="dk1"/>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09" name="PlaceHolder 1"/>
          <p:cNvSpPr>
            <a:spLocks noGrp="1"/>
          </p:cNvSpPr>
          <p:nvPr>
            <p:ph type="title"/>
          </p:nvPr>
        </p:nvSpPr>
        <p:spPr>
          <a:xfrm>
            <a:off x="2624400" y="2057400"/>
            <a:ext cx="3904200" cy="785880"/>
          </a:xfrm>
          <a:prstGeom prst="rect">
            <a:avLst/>
          </a:prstGeom>
          <a:noFill/>
          <a:ln w="0">
            <a:noFill/>
          </a:ln>
        </p:spPr>
        <p:txBody>
          <a:bodyPr lIns="91440" tIns="91440" rIns="91440" bIns="91440" anchor="b">
            <a:noAutofit/>
          </a:bodyPr>
          <a:lstStyle/>
          <a:p>
            <a:pPr indent="0" algn="ctr">
              <a:lnSpc>
                <a:spcPct val="100000"/>
              </a:lnSpc>
              <a:buNone/>
            </a:pPr>
            <a:r>
              <a:rPr lang="fr-FR" sz="9600" b="0" u="none" strike="noStrike">
                <a:solidFill>
                  <a:schemeClr val="dk2"/>
                </a:solidFill>
                <a:effectLst/>
                <a:uFillTx/>
                <a:latin typeface="Fjalla One"/>
                <a:ea typeface="Fjalla One"/>
              </a:rPr>
              <a:t>xx%</a:t>
            </a:r>
            <a:endParaRPr lang="fr-FR" sz="9600" b="0" u="none" strike="noStrike">
              <a:solidFill>
                <a:schemeClr val="dk1"/>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36" name="Google Shape;1746;p36"/>
          <p:cNvGrpSpPr/>
          <p:nvPr/>
        </p:nvGrpSpPr>
        <p:grpSpPr>
          <a:xfrm>
            <a:off x="150840" y="1506600"/>
            <a:ext cx="4420440" cy="3636360"/>
            <a:chOff x="150840" y="1506600"/>
            <a:chExt cx="4420440" cy="3636360"/>
          </a:xfrm>
        </p:grpSpPr>
        <p:sp>
          <p:nvSpPr>
            <p:cNvPr id="1637" name="Google Shape;1747;p36"/>
            <p:cNvSpPr/>
            <p:nvPr/>
          </p:nvSpPr>
          <p:spPr>
            <a:xfrm>
              <a:off x="389880" y="1506600"/>
              <a:ext cx="3972240" cy="3552480"/>
            </a:xfrm>
            <a:custGeom>
              <a:avLst/>
              <a:gdLst>
                <a:gd name="textAreaLeft" fmla="*/ 0 w 3972240"/>
                <a:gd name="textAreaRight" fmla="*/ 3972600 w 3972240"/>
                <a:gd name="textAreaTop" fmla="*/ 0 h 3552480"/>
                <a:gd name="textAreaBottom" fmla="*/ 3552840 h 3552480"/>
              </a:gdLst>
              <a:ahLst/>
              <a:cxnLst/>
              <a:rect l="textAreaLeft" t="textAreaTop" r="textAreaRight" b="textAreaBottom"/>
              <a:pathLst>
                <a:path w="240073" h="204367">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8" name="Google Shape;1748;p36"/>
            <p:cNvSpPr/>
            <p:nvPr/>
          </p:nvSpPr>
          <p:spPr>
            <a:xfrm>
              <a:off x="507600" y="1506600"/>
              <a:ext cx="3815280" cy="3547800"/>
            </a:xfrm>
            <a:custGeom>
              <a:avLst/>
              <a:gdLst>
                <a:gd name="textAreaLeft" fmla="*/ 0 w 3815280"/>
                <a:gd name="textAreaRight" fmla="*/ 3815640 w 3815280"/>
                <a:gd name="textAreaTop" fmla="*/ 0 h 3547800"/>
                <a:gd name="textAreaBottom" fmla="*/ 3548160 h 3547800"/>
              </a:gdLst>
              <a:ahLst/>
              <a:cxnLst/>
              <a:rect l="textAreaLeft" t="textAreaTop" r="textAreaRight" b="textAreaBottom"/>
              <a:pathLst>
                <a:path w="230591" h="204097">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9" name="Google Shape;1749;p36"/>
            <p:cNvSpPr/>
            <p:nvPr/>
          </p:nvSpPr>
          <p:spPr>
            <a:xfrm>
              <a:off x="3913920" y="3573720"/>
              <a:ext cx="587520" cy="1562400"/>
            </a:xfrm>
            <a:custGeom>
              <a:avLst/>
              <a:gdLst>
                <a:gd name="textAreaLeft" fmla="*/ 0 w 587520"/>
                <a:gd name="textAreaRight" fmla="*/ 587880 w 587520"/>
                <a:gd name="textAreaTop" fmla="*/ 0 h 1562400"/>
                <a:gd name="textAreaBottom" fmla="*/ 1562760 h 1562400"/>
              </a:gdLst>
              <a:ahLst/>
              <a:cxnLst/>
              <a:rect l="textAreaLeft" t="textAreaTop" r="textAreaRight" b="textAreaBottom"/>
              <a:pathLst>
                <a:path w="35529" h="89901">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0" name="Google Shape;1750;p36"/>
            <p:cNvSpPr/>
            <p:nvPr/>
          </p:nvSpPr>
          <p:spPr>
            <a:xfrm>
              <a:off x="1820880" y="3048120"/>
              <a:ext cx="1759320" cy="2094480"/>
            </a:xfrm>
            <a:custGeom>
              <a:avLst/>
              <a:gdLst>
                <a:gd name="textAreaLeft" fmla="*/ 0 w 1759320"/>
                <a:gd name="textAreaRight" fmla="*/ 1759680 w 1759320"/>
                <a:gd name="textAreaTop" fmla="*/ 0 h 2094480"/>
                <a:gd name="textAreaBottom" fmla="*/ 2094840 h 2094480"/>
              </a:gdLst>
              <a:ahLst/>
              <a:cxnLst/>
              <a:rect l="textAreaLeft" t="textAreaTop" r="textAreaRight" b="textAreaBottom"/>
              <a:pathLst>
                <a:path w="106343" h="120505">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1" name="Google Shape;1751;p36"/>
            <p:cNvSpPr/>
            <p:nvPr/>
          </p:nvSpPr>
          <p:spPr>
            <a:xfrm>
              <a:off x="1820880" y="3225240"/>
              <a:ext cx="1611360" cy="1917720"/>
            </a:xfrm>
            <a:custGeom>
              <a:avLst/>
              <a:gdLst>
                <a:gd name="textAreaLeft" fmla="*/ 0 w 1611360"/>
                <a:gd name="textAreaRight" fmla="*/ 1611720 w 1611360"/>
                <a:gd name="textAreaTop" fmla="*/ 0 h 1917720"/>
                <a:gd name="textAreaBottom" fmla="*/ 1918080 h 1917720"/>
              </a:gdLst>
              <a:ahLst/>
              <a:cxnLst/>
              <a:rect l="textAreaLeft" t="textAreaTop" r="textAreaRight" b="textAreaBottom"/>
              <a:pathLst>
                <a:path w="97389" h="110331">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2" name="Google Shape;1752;p36"/>
            <p:cNvSpPr/>
            <p:nvPr/>
          </p:nvSpPr>
          <p:spPr>
            <a:xfrm>
              <a:off x="3426480" y="3054600"/>
              <a:ext cx="148320" cy="2081880"/>
            </a:xfrm>
            <a:custGeom>
              <a:avLst/>
              <a:gdLst>
                <a:gd name="textAreaLeft" fmla="*/ 0 w 148320"/>
                <a:gd name="textAreaRight" fmla="*/ 148680 w 148320"/>
                <a:gd name="textAreaTop" fmla="*/ 0 h 2081880"/>
                <a:gd name="textAreaBottom" fmla="*/ 2082240 h 2081880"/>
              </a:gdLst>
              <a:ahLst/>
              <a:cxnLst/>
              <a:rect l="textAreaLeft" t="textAreaTop" r="textAreaRight" b="textAreaBottom"/>
              <a:pathLst>
                <a:path w="8995" h="119773">
                  <a:moveTo>
                    <a:pt x="8995" y="1"/>
                  </a:moveTo>
                  <a:lnTo>
                    <a:pt x="1" y="10134"/>
                  </a:lnTo>
                  <a:lnTo>
                    <a:pt x="1" y="119772"/>
                  </a:lnTo>
                  <a:lnTo>
                    <a:pt x="8995" y="119772"/>
                  </a:lnTo>
                  <a:lnTo>
                    <a:pt x="8995"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3" name="Google Shape;1753;p36"/>
            <p:cNvSpPr/>
            <p:nvPr/>
          </p:nvSpPr>
          <p:spPr>
            <a:xfrm>
              <a:off x="350244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0" y="1"/>
                  </a:moveTo>
                  <a:lnTo>
                    <a:pt x="0"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4" name="Google Shape;1754;p36"/>
            <p:cNvSpPr/>
            <p:nvPr/>
          </p:nvSpPr>
          <p:spPr>
            <a:xfrm>
              <a:off x="349704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8" h="22751">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5" name="Google Shape;1755;p36"/>
            <p:cNvSpPr/>
            <p:nvPr/>
          </p:nvSpPr>
          <p:spPr>
            <a:xfrm>
              <a:off x="357516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6" h="37361">
                  <a:moveTo>
                    <a:pt x="18965" y="0"/>
                  </a:moveTo>
                  <a:lnTo>
                    <a:pt x="1" y="15303"/>
                  </a:lnTo>
                  <a:lnTo>
                    <a:pt x="1" y="37360"/>
                  </a:lnTo>
                  <a:lnTo>
                    <a:pt x="18965" y="37360"/>
                  </a:lnTo>
                  <a:lnTo>
                    <a:pt x="1896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6" name="Google Shape;1756;p36"/>
            <p:cNvSpPr/>
            <p:nvPr/>
          </p:nvSpPr>
          <p:spPr>
            <a:xfrm>
              <a:off x="356904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7" name="Google Shape;1757;p36"/>
            <p:cNvSpPr/>
            <p:nvPr/>
          </p:nvSpPr>
          <p:spPr>
            <a:xfrm>
              <a:off x="104508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1" y="1"/>
                  </a:moveTo>
                  <a:lnTo>
                    <a:pt x="1" y="22058"/>
                  </a:lnTo>
                  <a:lnTo>
                    <a:pt x="4396" y="22058"/>
                  </a:lnTo>
                  <a:lnTo>
                    <a:pt x="4396"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8" name="Google Shape;1758;p36"/>
            <p:cNvSpPr/>
            <p:nvPr/>
          </p:nvSpPr>
          <p:spPr>
            <a:xfrm>
              <a:off x="103968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7" h="22751">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49" name="Google Shape;1759;p36"/>
            <p:cNvSpPr/>
            <p:nvPr/>
          </p:nvSpPr>
          <p:spPr>
            <a:xfrm>
              <a:off x="111780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5" h="37361">
                  <a:moveTo>
                    <a:pt x="18965" y="0"/>
                  </a:moveTo>
                  <a:lnTo>
                    <a:pt x="0" y="15303"/>
                  </a:lnTo>
                  <a:lnTo>
                    <a:pt x="0" y="37360"/>
                  </a:lnTo>
                  <a:lnTo>
                    <a:pt x="18965" y="37360"/>
                  </a:lnTo>
                  <a:lnTo>
                    <a:pt x="1896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0" name="Google Shape;1760;p36"/>
            <p:cNvSpPr/>
            <p:nvPr/>
          </p:nvSpPr>
          <p:spPr>
            <a:xfrm>
              <a:off x="111168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1" name="Google Shape;1761;p36"/>
            <p:cNvSpPr/>
            <p:nvPr/>
          </p:nvSpPr>
          <p:spPr>
            <a:xfrm>
              <a:off x="765720" y="4426560"/>
              <a:ext cx="3354120" cy="394560"/>
            </a:xfrm>
            <a:custGeom>
              <a:avLst/>
              <a:gdLst>
                <a:gd name="textAreaLeft" fmla="*/ 0 w 3354120"/>
                <a:gd name="textAreaRight" fmla="*/ 3354480 w 3354120"/>
                <a:gd name="textAreaTop" fmla="*/ 0 h 394560"/>
                <a:gd name="textAreaBottom" fmla="*/ 394920 h 394560"/>
              </a:gdLst>
              <a:ahLst/>
              <a:cxnLst/>
              <a:rect l="textAreaLeft" t="textAreaTop" r="textAreaRight" b="textAreaBottom"/>
              <a:pathLst>
                <a:path w="202713" h="22710">
                  <a:moveTo>
                    <a:pt x="202713" y="0"/>
                  </a:moveTo>
                  <a:lnTo>
                    <a:pt x="0" y="21285"/>
                  </a:lnTo>
                  <a:lnTo>
                    <a:pt x="82" y="22709"/>
                  </a:lnTo>
                  <a:lnTo>
                    <a:pt x="175039" y="22709"/>
                  </a:lnTo>
                  <a:lnTo>
                    <a:pt x="202713" y="1425"/>
                  </a:lnTo>
                  <a:lnTo>
                    <a:pt x="202713"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2" name="Google Shape;1762;p36"/>
            <p:cNvSpPr/>
            <p:nvPr/>
          </p:nvSpPr>
          <p:spPr>
            <a:xfrm>
              <a:off x="760320" y="4420440"/>
              <a:ext cx="3364920" cy="406080"/>
            </a:xfrm>
            <a:custGeom>
              <a:avLst/>
              <a:gdLst>
                <a:gd name="textAreaLeft" fmla="*/ 0 w 3364920"/>
                <a:gd name="textAreaRight" fmla="*/ 3365280 w 3364920"/>
                <a:gd name="textAreaTop" fmla="*/ 0 h 406080"/>
                <a:gd name="textAreaBottom" fmla="*/ 406440 h 406080"/>
              </a:gdLst>
              <a:ahLst/>
              <a:cxnLst/>
              <a:rect l="textAreaLeft" t="textAreaTop" r="textAreaRight" b="textAreaBottom"/>
              <a:pathLst>
                <a:path w="203365" h="23378">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3" name="Google Shape;1763;p36"/>
            <p:cNvSpPr/>
            <p:nvPr/>
          </p:nvSpPr>
          <p:spPr>
            <a:xfrm>
              <a:off x="766800" y="4426560"/>
              <a:ext cx="3352680" cy="369000"/>
            </a:xfrm>
            <a:custGeom>
              <a:avLst/>
              <a:gdLst>
                <a:gd name="textAreaLeft" fmla="*/ 0 w 3352680"/>
                <a:gd name="textAreaRight" fmla="*/ 3353040 w 3352680"/>
                <a:gd name="textAreaTop" fmla="*/ 0 h 369000"/>
                <a:gd name="textAreaBottom" fmla="*/ 369360 h 369000"/>
              </a:gdLst>
              <a:ahLst/>
              <a:cxnLst/>
              <a:rect l="textAreaLeft" t="textAreaTop" r="textAreaRight" b="textAreaBottom"/>
              <a:pathLst>
                <a:path w="202632" h="21245">
                  <a:moveTo>
                    <a:pt x="44157" y="0"/>
                  </a:moveTo>
                  <a:lnTo>
                    <a:pt x="1" y="21244"/>
                  </a:lnTo>
                  <a:lnTo>
                    <a:pt x="174958" y="21244"/>
                  </a:lnTo>
                  <a:lnTo>
                    <a:pt x="202632"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4" name="Google Shape;1764;p36"/>
            <p:cNvSpPr/>
            <p:nvPr/>
          </p:nvSpPr>
          <p:spPr>
            <a:xfrm>
              <a:off x="761040" y="4420080"/>
              <a:ext cx="3364920" cy="381600"/>
            </a:xfrm>
            <a:custGeom>
              <a:avLst/>
              <a:gdLst>
                <a:gd name="textAreaLeft" fmla="*/ 0 w 3364920"/>
                <a:gd name="textAreaRight" fmla="*/ 3365280 w 3364920"/>
                <a:gd name="textAreaTop" fmla="*/ 0 h 381600"/>
                <a:gd name="textAreaBottom" fmla="*/ 381960 h 381600"/>
              </a:gdLst>
              <a:ahLst/>
              <a:cxnLst/>
              <a:rect l="textAreaLeft" t="textAreaTop" r="textAreaRight" b="textAreaBottom"/>
              <a:pathLst>
                <a:path w="203364" h="21977">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5" name="Google Shape;1765;p36"/>
            <p:cNvSpPr/>
            <p:nvPr/>
          </p:nvSpPr>
          <p:spPr>
            <a:xfrm>
              <a:off x="3186720" y="4584960"/>
              <a:ext cx="500040" cy="148320"/>
            </a:xfrm>
            <a:custGeom>
              <a:avLst/>
              <a:gdLst>
                <a:gd name="textAreaLeft" fmla="*/ 0 w 500040"/>
                <a:gd name="textAreaRight" fmla="*/ 500400 w 500040"/>
                <a:gd name="textAreaTop" fmla="*/ 0 h 148320"/>
                <a:gd name="textAreaBottom" fmla="*/ 148680 h 148320"/>
              </a:gdLst>
              <a:ahLst/>
              <a:cxnLst/>
              <a:rect l="textAreaLeft" t="textAreaTop" r="textAreaRight" b="textAreaBottom"/>
              <a:pathLst>
                <a:path w="30239" h="8548">
                  <a:moveTo>
                    <a:pt x="10704" y="1"/>
                  </a:moveTo>
                  <a:lnTo>
                    <a:pt x="0" y="8547"/>
                  </a:lnTo>
                  <a:lnTo>
                    <a:pt x="18558" y="8547"/>
                  </a:lnTo>
                  <a:lnTo>
                    <a:pt x="30238"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74160" bIns="741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6" name="Google Shape;1766;p36"/>
            <p:cNvSpPr/>
            <p:nvPr/>
          </p:nvSpPr>
          <p:spPr>
            <a:xfrm>
              <a:off x="3180600" y="4579200"/>
              <a:ext cx="512280" cy="160200"/>
            </a:xfrm>
            <a:custGeom>
              <a:avLst/>
              <a:gdLst>
                <a:gd name="textAreaLeft" fmla="*/ 0 w 512280"/>
                <a:gd name="textAreaRight" fmla="*/ 512640 w 512280"/>
                <a:gd name="textAreaTop" fmla="*/ 0 h 160200"/>
                <a:gd name="textAreaBottom" fmla="*/ 160560 h 160200"/>
              </a:gdLst>
              <a:ahLst/>
              <a:cxnLst/>
              <a:rect l="textAreaLeft" t="textAreaTop" r="textAreaRight" b="textAreaBottom"/>
              <a:pathLst>
                <a:path w="30971" h="9239">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0280" bIns="80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7" name="Google Shape;1767;p36"/>
            <p:cNvSpPr/>
            <p:nvPr/>
          </p:nvSpPr>
          <p:spPr>
            <a:xfrm>
              <a:off x="3661920" y="4426560"/>
              <a:ext cx="457560" cy="394560"/>
            </a:xfrm>
            <a:custGeom>
              <a:avLst/>
              <a:gdLst>
                <a:gd name="textAreaLeft" fmla="*/ 0 w 457560"/>
                <a:gd name="textAreaRight" fmla="*/ 457920 w 457560"/>
                <a:gd name="textAreaTop" fmla="*/ 0 h 394560"/>
                <a:gd name="textAreaBottom" fmla="*/ 394920 h 394560"/>
              </a:gdLst>
              <a:ahLst/>
              <a:cxnLst/>
              <a:rect l="textAreaLeft" t="textAreaTop" r="textAreaRight" b="textAreaBottom"/>
              <a:pathLst>
                <a:path w="27675" h="22710">
                  <a:moveTo>
                    <a:pt x="27675" y="0"/>
                  </a:moveTo>
                  <a:lnTo>
                    <a:pt x="1" y="21244"/>
                  </a:lnTo>
                  <a:lnTo>
                    <a:pt x="1" y="22709"/>
                  </a:lnTo>
                  <a:lnTo>
                    <a:pt x="27675" y="1425"/>
                  </a:lnTo>
                  <a:lnTo>
                    <a:pt x="27675"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8" name="Google Shape;1768;p36"/>
            <p:cNvSpPr/>
            <p:nvPr/>
          </p:nvSpPr>
          <p:spPr>
            <a:xfrm>
              <a:off x="3656520" y="4420440"/>
              <a:ext cx="468360" cy="406440"/>
            </a:xfrm>
            <a:custGeom>
              <a:avLst/>
              <a:gdLst>
                <a:gd name="textAreaLeft" fmla="*/ 0 w 468360"/>
                <a:gd name="textAreaRight" fmla="*/ 468720 w 468360"/>
                <a:gd name="textAreaTop" fmla="*/ 0 h 406440"/>
                <a:gd name="textAreaBottom" fmla="*/ 406800 h 406440"/>
              </a:gdLst>
              <a:ahLst/>
              <a:cxnLst/>
              <a:rect l="textAreaLeft" t="textAreaTop" r="textAreaRight" b="textAreaBottom"/>
              <a:pathLst>
                <a:path w="28327" h="23391">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59" name="Google Shape;1769;p36"/>
            <p:cNvSpPr/>
            <p:nvPr/>
          </p:nvSpPr>
          <p:spPr>
            <a:xfrm>
              <a:off x="3274920" y="4437000"/>
              <a:ext cx="605160" cy="196920"/>
            </a:xfrm>
            <a:custGeom>
              <a:avLst/>
              <a:gdLst>
                <a:gd name="textAreaLeft" fmla="*/ 0 w 605160"/>
                <a:gd name="textAreaRight" fmla="*/ 605520 w 605160"/>
                <a:gd name="textAreaTop" fmla="*/ 0 h 196920"/>
                <a:gd name="textAreaBottom" fmla="*/ 197280 h 196920"/>
              </a:gdLst>
              <a:ahLst/>
              <a:cxnLst/>
              <a:rect l="textAreaLeft" t="textAreaTop" r="textAreaRight" b="textAreaBottom"/>
              <a:pathLst>
                <a:path w="36588" h="11347">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0" name="Google Shape;1770;p36"/>
            <p:cNvSpPr/>
            <p:nvPr/>
          </p:nvSpPr>
          <p:spPr>
            <a:xfrm>
              <a:off x="3342960" y="4593240"/>
              <a:ext cx="173520" cy="122400"/>
            </a:xfrm>
            <a:custGeom>
              <a:avLst/>
              <a:gdLst>
                <a:gd name="textAreaLeft" fmla="*/ 0 w 173520"/>
                <a:gd name="textAreaRight" fmla="*/ 173880 w 173520"/>
                <a:gd name="textAreaTop" fmla="*/ 0 h 122400"/>
                <a:gd name="textAreaBottom" fmla="*/ 122760 h 122400"/>
              </a:gdLst>
              <a:ahLst/>
              <a:cxnLst/>
              <a:rect l="textAreaLeft" t="textAreaTop" r="textAreaRight" b="textAreaBottom"/>
              <a:pathLst>
                <a:path w="10500" h="7052">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61200" bIns="61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1" name="Google Shape;1771;p36"/>
            <p:cNvSpPr/>
            <p:nvPr/>
          </p:nvSpPr>
          <p:spPr>
            <a:xfrm>
              <a:off x="3442680" y="4614480"/>
              <a:ext cx="47520" cy="82800"/>
            </a:xfrm>
            <a:custGeom>
              <a:avLst/>
              <a:gdLst>
                <a:gd name="textAreaLeft" fmla="*/ 0 w 47520"/>
                <a:gd name="textAreaRight" fmla="*/ 47880 w 47520"/>
                <a:gd name="textAreaTop" fmla="*/ 0 h 82800"/>
                <a:gd name="textAreaBottom" fmla="*/ 83160 h 82800"/>
              </a:gdLst>
              <a:ahLst/>
              <a:cxnLst/>
              <a:rect l="textAreaLeft" t="textAreaTop" r="textAreaRight" b="textAreaBottom"/>
              <a:pathLst>
                <a:path w="2890" h="4779">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2" name="Google Shape;1772;p36"/>
            <p:cNvSpPr/>
            <p:nvPr/>
          </p:nvSpPr>
          <p:spPr>
            <a:xfrm>
              <a:off x="2013480" y="4534560"/>
              <a:ext cx="1338480" cy="219600"/>
            </a:xfrm>
            <a:custGeom>
              <a:avLst/>
              <a:gdLst>
                <a:gd name="textAreaLeft" fmla="*/ 0 w 1338480"/>
                <a:gd name="textAreaRight" fmla="*/ 1338840 w 1338480"/>
                <a:gd name="textAreaTop" fmla="*/ 0 h 219600"/>
                <a:gd name="textAreaBottom" fmla="*/ 219960 h 219600"/>
              </a:gdLst>
              <a:ahLst/>
              <a:cxnLst/>
              <a:rect l="textAreaLeft" t="textAreaTop" r="textAreaRight" b="textAreaBottom"/>
              <a:pathLst>
                <a:path w="80906" h="12657">
                  <a:moveTo>
                    <a:pt x="15831" y="0"/>
                  </a:moveTo>
                  <a:lnTo>
                    <a:pt x="0" y="12657"/>
                  </a:lnTo>
                  <a:lnTo>
                    <a:pt x="65075" y="12657"/>
                  </a:lnTo>
                  <a:lnTo>
                    <a:pt x="80906"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3" name="Google Shape;1773;p36"/>
            <p:cNvSpPr/>
            <p:nvPr/>
          </p:nvSpPr>
          <p:spPr>
            <a:xfrm>
              <a:off x="2007360" y="4529160"/>
              <a:ext cx="1350720" cy="231120"/>
            </a:xfrm>
            <a:custGeom>
              <a:avLst/>
              <a:gdLst>
                <a:gd name="textAreaLeft" fmla="*/ 0 w 1350720"/>
                <a:gd name="textAreaRight" fmla="*/ 1351080 w 1350720"/>
                <a:gd name="textAreaTop" fmla="*/ 0 h 231120"/>
                <a:gd name="textAreaBottom" fmla="*/ 231480 h 231120"/>
              </a:gdLst>
              <a:ahLst/>
              <a:cxnLst/>
              <a:rect l="textAreaLeft" t="textAreaTop" r="textAreaRight" b="textAreaBottom"/>
              <a:pathLst>
                <a:path w="81640" h="13309">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4" name="Google Shape;1774;p36"/>
            <p:cNvSpPr/>
            <p:nvPr/>
          </p:nvSpPr>
          <p:spPr>
            <a:xfrm>
              <a:off x="3084840" y="4528800"/>
              <a:ext cx="273240" cy="245160"/>
            </a:xfrm>
            <a:custGeom>
              <a:avLst/>
              <a:gdLst>
                <a:gd name="textAreaLeft" fmla="*/ 0 w 273240"/>
                <a:gd name="textAreaRight" fmla="*/ 273600 w 273240"/>
                <a:gd name="textAreaTop" fmla="*/ 0 h 245160"/>
                <a:gd name="textAreaBottom" fmla="*/ 245520 h 245160"/>
              </a:gdLst>
              <a:ahLst/>
              <a:cxnLst/>
              <a:rect l="textAreaLeft" t="textAreaTop" r="textAreaRight" b="textAreaBottom"/>
              <a:pathLst>
                <a:path w="16524" h="14113">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5" name="Google Shape;1775;p36"/>
            <p:cNvSpPr/>
            <p:nvPr/>
          </p:nvSpPr>
          <p:spPr>
            <a:xfrm>
              <a:off x="2013480" y="4754880"/>
              <a:ext cx="1076400" cy="12960"/>
            </a:xfrm>
            <a:custGeom>
              <a:avLst/>
              <a:gdLst>
                <a:gd name="textAreaLeft" fmla="*/ 0 w 1076400"/>
                <a:gd name="textAreaRight" fmla="*/ 1076760 w 1076400"/>
                <a:gd name="textAreaTop" fmla="*/ 0 h 12960"/>
                <a:gd name="textAreaBottom" fmla="*/ 13320 h 12960"/>
              </a:gdLst>
              <a:ahLst/>
              <a:cxnLst/>
              <a:rect l="textAreaLeft" t="textAreaTop" r="textAreaRight" b="textAreaBottom"/>
              <a:pathLst>
                <a:path w="65075" h="775">
                  <a:moveTo>
                    <a:pt x="0" y="1"/>
                  </a:moveTo>
                  <a:lnTo>
                    <a:pt x="0" y="774"/>
                  </a:lnTo>
                  <a:lnTo>
                    <a:pt x="65075" y="774"/>
                  </a:lnTo>
                  <a:lnTo>
                    <a:pt x="65075" y="1"/>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6480" bIns="6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6" name="Google Shape;1776;p36"/>
            <p:cNvSpPr/>
            <p:nvPr/>
          </p:nvSpPr>
          <p:spPr>
            <a:xfrm>
              <a:off x="2007360" y="4748400"/>
              <a:ext cx="1088640" cy="25920"/>
            </a:xfrm>
            <a:custGeom>
              <a:avLst/>
              <a:gdLst>
                <a:gd name="textAreaLeft" fmla="*/ 0 w 1088640"/>
                <a:gd name="textAreaRight" fmla="*/ 1089000 w 1088640"/>
                <a:gd name="textAreaTop" fmla="*/ 0 h 25920"/>
                <a:gd name="textAreaBottom" fmla="*/ 26280 h 25920"/>
              </a:gdLst>
              <a:ahLst/>
              <a:cxnLst/>
              <a:rect l="textAreaLeft" t="textAreaTop" r="textAreaRight" b="textAreaBottom"/>
              <a:pathLst>
                <a:path w="65809" h="1507">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2960" bIns="12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7" name="Google Shape;1777;p36"/>
            <p:cNvSpPr/>
            <p:nvPr/>
          </p:nvSpPr>
          <p:spPr>
            <a:xfrm>
              <a:off x="23238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8" name="Google Shape;1778;p36"/>
            <p:cNvSpPr/>
            <p:nvPr/>
          </p:nvSpPr>
          <p:spPr>
            <a:xfrm>
              <a:off x="239544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69" name="Google Shape;1779;p36"/>
            <p:cNvSpPr/>
            <p:nvPr/>
          </p:nvSpPr>
          <p:spPr>
            <a:xfrm>
              <a:off x="225252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0" name="Google Shape;1780;p36"/>
            <p:cNvSpPr/>
            <p:nvPr/>
          </p:nvSpPr>
          <p:spPr>
            <a:xfrm>
              <a:off x="22874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1" name="Google Shape;1781;p36"/>
            <p:cNvSpPr/>
            <p:nvPr/>
          </p:nvSpPr>
          <p:spPr>
            <a:xfrm>
              <a:off x="2393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2" name="Google Shape;1782;p36"/>
            <p:cNvSpPr/>
            <p:nvPr/>
          </p:nvSpPr>
          <p:spPr>
            <a:xfrm>
              <a:off x="2322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3" name="Google Shape;1783;p36"/>
            <p:cNvSpPr/>
            <p:nvPr/>
          </p:nvSpPr>
          <p:spPr>
            <a:xfrm>
              <a:off x="24660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4" name="Google Shape;1784;p36"/>
            <p:cNvSpPr/>
            <p:nvPr/>
          </p:nvSpPr>
          <p:spPr>
            <a:xfrm>
              <a:off x="28216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5" name="Google Shape;1785;p36"/>
            <p:cNvSpPr/>
            <p:nvPr/>
          </p:nvSpPr>
          <p:spPr>
            <a:xfrm>
              <a:off x="24642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6" name="Google Shape;1786;p36"/>
            <p:cNvSpPr/>
            <p:nvPr/>
          </p:nvSpPr>
          <p:spPr>
            <a:xfrm>
              <a:off x="25372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7" name="Google Shape;1787;p36"/>
            <p:cNvSpPr/>
            <p:nvPr/>
          </p:nvSpPr>
          <p:spPr>
            <a:xfrm>
              <a:off x="29638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8" name="Google Shape;1788;p36"/>
            <p:cNvSpPr/>
            <p:nvPr/>
          </p:nvSpPr>
          <p:spPr>
            <a:xfrm>
              <a:off x="29988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79" name="Google Shape;1789;p36"/>
            <p:cNvSpPr/>
            <p:nvPr/>
          </p:nvSpPr>
          <p:spPr>
            <a:xfrm>
              <a:off x="2892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0" name="Google Shape;1790;p36"/>
            <p:cNvSpPr/>
            <p:nvPr/>
          </p:nvSpPr>
          <p:spPr>
            <a:xfrm>
              <a:off x="27507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1" name="Google Shape;1791;p36"/>
            <p:cNvSpPr/>
            <p:nvPr/>
          </p:nvSpPr>
          <p:spPr>
            <a:xfrm>
              <a:off x="26082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2" name="Google Shape;1792;p36"/>
            <p:cNvSpPr/>
            <p:nvPr/>
          </p:nvSpPr>
          <p:spPr>
            <a:xfrm>
              <a:off x="26794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3" name="Google Shape;1793;p36"/>
            <p:cNvSpPr/>
            <p:nvPr/>
          </p:nvSpPr>
          <p:spPr>
            <a:xfrm>
              <a:off x="27489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4" name="Google Shape;1794;p36"/>
            <p:cNvSpPr/>
            <p:nvPr/>
          </p:nvSpPr>
          <p:spPr>
            <a:xfrm>
              <a:off x="28566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5" name="Google Shape;1795;p36"/>
            <p:cNvSpPr/>
            <p:nvPr/>
          </p:nvSpPr>
          <p:spPr>
            <a:xfrm>
              <a:off x="27140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6" name="Google Shape;1796;p36"/>
            <p:cNvSpPr/>
            <p:nvPr/>
          </p:nvSpPr>
          <p:spPr>
            <a:xfrm>
              <a:off x="25718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7" name="Google Shape;1797;p36"/>
            <p:cNvSpPr/>
            <p:nvPr/>
          </p:nvSpPr>
          <p:spPr>
            <a:xfrm>
              <a:off x="27853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8" name="Google Shape;1798;p36"/>
            <p:cNvSpPr/>
            <p:nvPr/>
          </p:nvSpPr>
          <p:spPr>
            <a:xfrm>
              <a:off x="25354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89" name="Google Shape;1799;p36"/>
            <p:cNvSpPr/>
            <p:nvPr/>
          </p:nvSpPr>
          <p:spPr>
            <a:xfrm>
              <a:off x="23583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0" name="Google Shape;1800;p36"/>
            <p:cNvSpPr/>
            <p:nvPr/>
          </p:nvSpPr>
          <p:spPr>
            <a:xfrm>
              <a:off x="25009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1" name="Google Shape;1801;p36"/>
            <p:cNvSpPr/>
            <p:nvPr/>
          </p:nvSpPr>
          <p:spPr>
            <a:xfrm>
              <a:off x="24296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2" name="Google Shape;1802;p36"/>
            <p:cNvSpPr/>
            <p:nvPr/>
          </p:nvSpPr>
          <p:spPr>
            <a:xfrm>
              <a:off x="26431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3" name="Google Shape;1803;p36"/>
            <p:cNvSpPr/>
            <p:nvPr/>
          </p:nvSpPr>
          <p:spPr>
            <a:xfrm>
              <a:off x="26776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4" name="Google Shape;1804;p36"/>
            <p:cNvSpPr/>
            <p:nvPr/>
          </p:nvSpPr>
          <p:spPr>
            <a:xfrm>
              <a:off x="3033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5" name="Google Shape;1805;p36"/>
            <p:cNvSpPr/>
            <p:nvPr/>
          </p:nvSpPr>
          <p:spPr>
            <a:xfrm>
              <a:off x="26067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6" name="Google Shape;1806;p36"/>
            <p:cNvSpPr/>
            <p:nvPr/>
          </p:nvSpPr>
          <p:spPr>
            <a:xfrm>
              <a:off x="28908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7" name="Google Shape;1807;p36"/>
            <p:cNvSpPr/>
            <p:nvPr/>
          </p:nvSpPr>
          <p:spPr>
            <a:xfrm>
              <a:off x="296244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8" name="Google Shape;1808;p36"/>
            <p:cNvSpPr/>
            <p:nvPr/>
          </p:nvSpPr>
          <p:spPr>
            <a:xfrm>
              <a:off x="29275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699" name="Google Shape;1809;p36"/>
            <p:cNvSpPr/>
            <p:nvPr/>
          </p:nvSpPr>
          <p:spPr>
            <a:xfrm>
              <a:off x="281952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0" name="Google Shape;1810;p36"/>
            <p:cNvSpPr/>
            <p:nvPr/>
          </p:nvSpPr>
          <p:spPr>
            <a:xfrm>
              <a:off x="26452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1" name="Google Shape;1811;p36"/>
            <p:cNvSpPr/>
            <p:nvPr/>
          </p:nvSpPr>
          <p:spPr>
            <a:xfrm>
              <a:off x="27158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2" name="Google Shape;1812;p36"/>
            <p:cNvSpPr/>
            <p:nvPr/>
          </p:nvSpPr>
          <p:spPr>
            <a:xfrm>
              <a:off x="25736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3" name="Google Shape;1813;p36"/>
            <p:cNvSpPr/>
            <p:nvPr/>
          </p:nvSpPr>
          <p:spPr>
            <a:xfrm>
              <a:off x="27871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4" name="Google Shape;1814;p36"/>
            <p:cNvSpPr/>
            <p:nvPr/>
          </p:nvSpPr>
          <p:spPr>
            <a:xfrm>
              <a:off x="25023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5" name="Google Shape;1815;p36"/>
            <p:cNvSpPr/>
            <p:nvPr/>
          </p:nvSpPr>
          <p:spPr>
            <a:xfrm>
              <a:off x="24318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6" name="Google Shape;1816;p36"/>
            <p:cNvSpPr/>
            <p:nvPr/>
          </p:nvSpPr>
          <p:spPr>
            <a:xfrm>
              <a:off x="28580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7" name="Google Shape;1817;p36"/>
            <p:cNvSpPr/>
            <p:nvPr/>
          </p:nvSpPr>
          <p:spPr>
            <a:xfrm>
              <a:off x="2288880" y="468324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1">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8" name="Google Shape;1818;p36"/>
            <p:cNvSpPr/>
            <p:nvPr/>
          </p:nvSpPr>
          <p:spPr>
            <a:xfrm>
              <a:off x="23601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09" name="Google Shape;1819;p36"/>
            <p:cNvSpPr/>
            <p:nvPr/>
          </p:nvSpPr>
          <p:spPr>
            <a:xfrm>
              <a:off x="3069360" y="462456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2">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0" name="Google Shape;1820;p36"/>
            <p:cNvSpPr/>
            <p:nvPr/>
          </p:nvSpPr>
          <p:spPr>
            <a:xfrm>
              <a:off x="31388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1" name="Google Shape;1821;p36"/>
            <p:cNvSpPr/>
            <p:nvPr/>
          </p:nvSpPr>
          <p:spPr>
            <a:xfrm>
              <a:off x="3104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2" name="Google Shape;1822;p36"/>
            <p:cNvSpPr/>
            <p:nvPr/>
          </p:nvSpPr>
          <p:spPr>
            <a:xfrm>
              <a:off x="2218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3" name="Google Shape;1823;p36"/>
            <p:cNvSpPr/>
            <p:nvPr/>
          </p:nvSpPr>
          <p:spPr>
            <a:xfrm>
              <a:off x="2929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4" name="Google Shape;1824;p36"/>
            <p:cNvSpPr/>
            <p:nvPr/>
          </p:nvSpPr>
          <p:spPr>
            <a:xfrm>
              <a:off x="30006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5" name="Google Shape;1825;p36"/>
            <p:cNvSpPr/>
            <p:nvPr/>
          </p:nvSpPr>
          <p:spPr>
            <a:xfrm>
              <a:off x="30351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6" name="Google Shape;1826;p36"/>
            <p:cNvSpPr/>
            <p:nvPr/>
          </p:nvSpPr>
          <p:spPr>
            <a:xfrm>
              <a:off x="22161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7" name="Google Shape;1827;p36"/>
            <p:cNvSpPr/>
            <p:nvPr/>
          </p:nvSpPr>
          <p:spPr>
            <a:xfrm>
              <a:off x="271260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8" name="Google Shape;1828;p36"/>
            <p:cNvSpPr/>
            <p:nvPr/>
          </p:nvSpPr>
          <p:spPr>
            <a:xfrm>
              <a:off x="27831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19" name="Google Shape;1829;p36"/>
            <p:cNvSpPr/>
            <p:nvPr/>
          </p:nvSpPr>
          <p:spPr>
            <a:xfrm>
              <a:off x="26409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0" name="Google Shape;1830;p36"/>
            <p:cNvSpPr/>
            <p:nvPr/>
          </p:nvSpPr>
          <p:spPr>
            <a:xfrm>
              <a:off x="28544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1" name="Google Shape;1831;p36"/>
            <p:cNvSpPr/>
            <p:nvPr/>
          </p:nvSpPr>
          <p:spPr>
            <a:xfrm>
              <a:off x="2996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2" name="Google Shape;1832;p36"/>
            <p:cNvSpPr/>
            <p:nvPr/>
          </p:nvSpPr>
          <p:spPr>
            <a:xfrm>
              <a:off x="29253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3" name="Google Shape;1833;p36"/>
            <p:cNvSpPr/>
            <p:nvPr/>
          </p:nvSpPr>
          <p:spPr>
            <a:xfrm>
              <a:off x="25696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4" name="Google Shape;1834;p36"/>
            <p:cNvSpPr/>
            <p:nvPr/>
          </p:nvSpPr>
          <p:spPr>
            <a:xfrm>
              <a:off x="2181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5" name="Google Shape;1835;p36"/>
            <p:cNvSpPr/>
            <p:nvPr/>
          </p:nvSpPr>
          <p:spPr>
            <a:xfrm>
              <a:off x="2250720" y="4594680"/>
              <a:ext cx="118080" cy="41400"/>
            </a:xfrm>
            <a:custGeom>
              <a:avLst/>
              <a:gdLst>
                <a:gd name="textAreaLeft" fmla="*/ 0 w 118080"/>
                <a:gd name="textAreaRight" fmla="*/ 118440 w 118080"/>
                <a:gd name="textAreaTop" fmla="*/ 0 h 41400"/>
                <a:gd name="textAreaBottom" fmla="*/ 41760 h 41400"/>
              </a:gdLst>
              <a:ahLst/>
              <a:cxnLst/>
              <a:rect l="textAreaLeft" t="textAreaTop" r="textAreaRight" b="textAreaBottom"/>
              <a:pathLst>
                <a:path w="7164" h="2402">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880" bIns="208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6" name="Google Shape;1836;p36"/>
            <p:cNvSpPr/>
            <p:nvPr/>
          </p:nvSpPr>
          <p:spPr>
            <a:xfrm>
              <a:off x="30679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7" name="Google Shape;1837;p36"/>
            <p:cNvSpPr/>
            <p:nvPr/>
          </p:nvSpPr>
          <p:spPr>
            <a:xfrm>
              <a:off x="21466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8" name="Google Shape;1838;p36"/>
            <p:cNvSpPr/>
            <p:nvPr/>
          </p:nvSpPr>
          <p:spPr>
            <a:xfrm>
              <a:off x="2285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29" name="Google Shape;1839;p36"/>
            <p:cNvSpPr/>
            <p:nvPr/>
          </p:nvSpPr>
          <p:spPr>
            <a:xfrm>
              <a:off x="24274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0" name="Google Shape;1840;p36"/>
            <p:cNvSpPr/>
            <p:nvPr/>
          </p:nvSpPr>
          <p:spPr>
            <a:xfrm>
              <a:off x="2356200" y="456588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4" h="2362">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1" name="Google Shape;1841;p36"/>
            <p:cNvSpPr/>
            <p:nvPr/>
          </p:nvSpPr>
          <p:spPr>
            <a:xfrm>
              <a:off x="24991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0520" bIns="205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2" name="Google Shape;1842;p36"/>
            <p:cNvSpPr/>
            <p:nvPr/>
          </p:nvSpPr>
          <p:spPr>
            <a:xfrm>
              <a:off x="3011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3" name="Google Shape;1843;p36"/>
            <p:cNvSpPr/>
            <p:nvPr/>
          </p:nvSpPr>
          <p:spPr>
            <a:xfrm>
              <a:off x="300816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8" h="3582">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4" name="Google Shape;1844;p36"/>
            <p:cNvSpPr/>
            <p:nvPr/>
          </p:nvSpPr>
          <p:spPr>
            <a:xfrm>
              <a:off x="321372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0" y="0"/>
                  </a:moveTo>
                  <a:lnTo>
                    <a:pt x="0" y="15709"/>
                  </a:lnTo>
                  <a:lnTo>
                    <a:pt x="4111" y="15709"/>
                  </a:lnTo>
                  <a:lnTo>
                    <a:pt x="411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5" name="Google Shape;1845;p36"/>
            <p:cNvSpPr/>
            <p:nvPr/>
          </p:nvSpPr>
          <p:spPr>
            <a:xfrm>
              <a:off x="320832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3" h="16402">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6" name="Google Shape;1846;p36"/>
            <p:cNvSpPr/>
            <p:nvPr/>
          </p:nvSpPr>
          <p:spPr>
            <a:xfrm>
              <a:off x="320292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3" h="11396">
                  <a:moveTo>
                    <a:pt x="0" y="0"/>
                  </a:moveTo>
                  <a:lnTo>
                    <a:pt x="0" y="11395"/>
                  </a:lnTo>
                  <a:lnTo>
                    <a:pt x="5413" y="11395"/>
                  </a:lnTo>
                  <a:lnTo>
                    <a:pt x="5413"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7" name="Google Shape;1847;p36"/>
            <p:cNvSpPr/>
            <p:nvPr/>
          </p:nvSpPr>
          <p:spPr>
            <a:xfrm>
              <a:off x="319752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38" name="Google Shape;1848;p36"/>
            <p:cNvSpPr/>
            <p:nvPr/>
          </p:nvSpPr>
          <p:spPr>
            <a:xfrm>
              <a:off x="2698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0" y="53436"/>
                  </a:lnTo>
                  <a:lnTo>
                    <a:pt x="68290"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39" name="Google Shape;1849;p36"/>
            <p:cNvSpPr/>
            <p:nvPr/>
          </p:nvSpPr>
          <p:spPr>
            <a:xfrm>
              <a:off x="269316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2" h="54088">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0" name="Google Shape;1850;p36"/>
            <p:cNvSpPr/>
            <p:nvPr/>
          </p:nvSpPr>
          <p:spPr>
            <a:xfrm>
              <a:off x="275904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6" h="47738">
                  <a:moveTo>
                    <a:pt x="1" y="0"/>
                  </a:moveTo>
                  <a:lnTo>
                    <a:pt x="1" y="47738"/>
                  </a:lnTo>
                  <a:lnTo>
                    <a:pt x="61006" y="47738"/>
                  </a:lnTo>
                  <a:lnTo>
                    <a:pt x="61006"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1" name="Google Shape;1851;p36"/>
            <p:cNvSpPr/>
            <p:nvPr/>
          </p:nvSpPr>
          <p:spPr>
            <a:xfrm>
              <a:off x="275364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2" name="Google Shape;1852;p36"/>
            <p:cNvSpPr/>
            <p:nvPr/>
          </p:nvSpPr>
          <p:spPr>
            <a:xfrm>
              <a:off x="282312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3" name="Google Shape;1853;p36"/>
            <p:cNvSpPr/>
            <p:nvPr/>
          </p:nvSpPr>
          <p:spPr>
            <a:xfrm>
              <a:off x="282312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6" h="13391">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4" name="Google Shape;1854;p36"/>
            <p:cNvSpPr/>
            <p:nvPr/>
          </p:nvSpPr>
          <p:spPr>
            <a:xfrm>
              <a:off x="282312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5" name="Google Shape;1855;p36"/>
            <p:cNvSpPr/>
            <p:nvPr/>
          </p:nvSpPr>
          <p:spPr>
            <a:xfrm>
              <a:off x="32223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6" name="Google Shape;1856;p36"/>
            <p:cNvSpPr/>
            <p:nvPr/>
          </p:nvSpPr>
          <p:spPr>
            <a:xfrm>
              <a:off x="322236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47" name="Google Shape;1857;p36"/>
            <p:cNvSpPr/>
            <p:nvPr/>
          </p:nvSpPr>
          <p:spPr>
            <a:xfrm>
              <a:off x="2448360" y="310140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8" name="Google Shape;1858;p36"/>
            <p:cNvSpPr/>
            <p:nvPr/>
          </p:nvSpPr>
          <p:spPr>
            <a:xfrm>
              <a:off x="2445120" y="3095640"/>
              <a:ext cx="442080" cy="61920"/>
            </a:xfrm>
            <a:custGeom>
              <a:avLst/>
              <a:gdLst>
                <a:gd name="textAreaLeft" fmla="*/ 0 w 442080"/>
                <a:gd name="textAreaRight" fmla="*/ 442440 w 442080"/>
                <a:gd name="textAreaTop" fmla="*/ 0 h 61920"/>
                <a:gd name="textAreaBottom" fmla="*/ 62280 h 61920"/>
              </a:gdLst>
              <a:ahLst/>
              <a:cxnLst/>
              <a:rect l="textAreaLeft" t="textAreaTop" r="textAreaRight" b="textAreaBottom"/>
              <a:pathLst>
                <a:path w="26739" h="3583">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49" name="Google Shape;1859;p36"/>
            <p:cNvSpPr/>
            <p:nvPr/>
          </p:nvSpPr>
          <p:spPr>
            <a:xfrm>
              <a:off x="2650680" y="2857680"/>
              <a:ext cx="68400" cy="272880"/>
            </a:xfrm>
            <a:custGeom>
              <a:avLst/>
              <a:gdLst>
                <a:gd name="textAreaLeft" fmla="*/ 0 w 68400"/>
                <a:gd name="textAreaRight" fmla="*/ 68760 w 68400"/>
                <a:gd name="textAreaTop" fmla="*/ 0 h 272880"/>
                <a:gd name="textAreaBottom" fmla="*/ 273240 h 272880"/>
              </a:gdLst>
              <a:ahLst/>
              <a:cxnLst/>
              <a:rect l="textAreaLeft" t="textAreaTop" r="textAreaRight" b="textAreaBottom"/>
              <a:pathLst>
                <a:path w="4152" h="15710">
                  <a:moveTo>
                    <a:pt x="1" y="1"/>
                  </a:moveTo>
                  <a:lnTo>
                    <a:pt x="1" y="15710"/>
                  </a:lnTo>
                  <a:lnTo>
                    <a:pt x="4152" y="15710"/>
                  </a:lnTo>
                  <a:lnTo>
                    <a:pt x="4152" y="1"/>
                  </a:lnTo>
                  <a:close/>
                </a:path>
              </a:pathLst>
            </a:custGeom>
            <a:solidFill>
              <a:schemeClr val="lt1"/>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0" name="Google Shape;1860;p36"/>
            <p:cNvSpPr/>
            <p:nvPr/>
          </p:nvSpPr>
          <p:spPr>
            <a:xfrm>
              <a:off x="2645280" y="285156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1" name="Google Shape;1861;p36"/>
            <p:cNvSpPr/>
            <p:nvPr/>
          </p:nvSpPr>
          <p:spPr>
            <a:xfrm>
              <a:off x="2639880" y="2857680"/>
              <a:ext cx="90000" cy="197640"/>
            </a:xfrm>
            <a:custGeom>
              <a:avLst/>
              <a:gdLst>
                <a:gd name="textAreaLeft" fmla="*/ 0 w 90000"/>
                <a:gd name="textAreaRight" fmla="*/ 90360 w 90000"/>
                <a:gd name="textAreaTop" fmla="*/ 0 h 197640"/>
                <a:gd name="textAreaBottom" fmla="*/ 198000 h 197640"/>
              </a:gdLst>
              <a:ahLst/>
              <a:cxnLst/>
              <a:rect l="textAreaLeft" t="textAreaTop" r="textAreaRight" b="textAreaBottom"/>
              <a:pathLst>
                <a:path w="5454" h="11396">
                  <a:moveTo>
                    <a:pt x="0" y="1"/>
                  </a:moveTo>
                  <a:lnTo>
                    <a:pt x="0" y="11396"/>
                  </a:lnTo>
                  <a:lnTo>
                    <a:pt x="5454" y="11396"/>
                  </a:lnTo>
                  <a:lnTo>
                    <a:pt x="5454"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2" name="Google Shape;1862;p36"/>
            <p:cNvSpPr/>
            <p:nvPr/>
          </p:nvSpPr>
          <p:spPr>
            <a:xfrm>
              <a:off x="2634480" y="2851560"/>
              <a:ext cx="100800" cy="210600"/>
            </a:xfrm>
            <a:custGeom>
              <a:avLst/>
              <a:gdLst>
                <a:gd name="textAreaLeft" fmla="*/ 0 w 100800"/>
                <a:gd name="textAreaRight" fmla="*/ 101160 w 100800"/>
                <a:gd name="textAreaTop" fmla="*/ 0 h 210600"/>
                <a:gd name="textAreaBottom" fmla="*/ 210960 h 210600"/>
              </a:gdLst>
              <a:ahLst/>
              <a:cxnLst/>
              <a:rect l="textAreaLeft" t="textAreaTop" r="textAreaRight" b="textAreaBottom"/>
              <a:pathLst>
                <a:path w="6106" h="12129">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3" name="Google Shape;1863;p36"/>
            <p:cNvSpPr/>
            <p:nvPr/>
          </p:nvSpPr>
          <p:spPr>
            <a:xfrm>
              <a:off x="2135880" y="194868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7">
                  <a:moveTo>
                    <a:pt x="1" y="1"/>
                  </a:moveTo>
                  <a:lnTo>
                    <a:pt x="1" y="53436"/>
                  </a:lnTo>
                  <a:lnTo>
                    <a:pt x="68291" y="53436"/>
                  </a:lnTo>
                  <a:lnTo>
                    <a:pt x="68291" y="1"/>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4" name="Google Shape;1864;p36"/>
            <p:cNvSpPr/>
            <p:nvPr/>
          </p:nvSpPr>
          <p:spPr>
            <a:xfrm>
              <a:off x="2130840" y="1942920"/>
              <a:ext cx="1140480" cy="939960"/>
            </a:xfrm>
            <a:custGeom>
              <a:avLst/>
              <a:gdLst>
                <a:gd name="textAreaLeft" fmla="*/ 0 w 1140480"/>
                <a:gd name="textAreaRight" fmla="*/ 1140840 w 1140480"/>
                <a:gd name="textAreaTop" fmla="*/ 0 h 939960"/>
                <a:gd name="textAreaBottom" fmla="*/ 940320 h 939960"/>
              </a:gdLst>
              <a:ahLst/>
              <a:cxnLst/>
              <a:rect l="textAreaLeft" t="textAreaTop" r="textAreaRight" b="textAreaBottom"/>
              <a:pathLst>
                <a:path w="68942" h="54087">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5" name="Google Shape;1865;p36"/>
            <p:cNvSpPr/>
            <p:nvPr/>
          </p:nvSpPr>
          <p:spPr>
            <a:xfrm>
              <a:off x="2196720" y="1998360"/>
              <a:ext cx="1008360" cy="829440"/>
            </a:xfrm>
            <a:custGeom>
              <a:avLst/>
              <a:gdLst>
                <a:gd name="textAreaLeft" fmla="*/ 0 w 1008360"/>
                <a:gd name="textAreaRight" fmla="*/ 1008720 w 1008360"/>
                <a:gd name="textAreaTop" fmla="*/ 0 h 829440"/>
                <a:gd name="textAreaBottom" fmla="*/ 829800 h 829440"/>
              </a:gdLst>
              <a:ahLst/>
              <a:cxnLst/>
              <a:rect l="textAreaLeft" t="textAreaTop" r="textAreaRight" b="textAreaBottom"/>
              <a:pathLst>
                <a:path w="60965" h="47739">
                  <a:moveTo>
                    <a:pt x="1" y="1"/>
                  </a:moveTo>
                  <a:lnTo>
                    <a:pt x="1" y="47738"/>
                  </a:lnTo>
                  <a:lnTo>
                    <a:pt x="60965" y="47738"/>
                  </a:lnTo>
                  <a:lnTo>
                    <a:pt x="60965" y="1"/>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6" name="Google Shape;1866;p36"/>
            <p:cNvSpPr/>
            <p:nvPr/>
          </p:nvSpPr>
          <p:spPr>
            <a:xfrm>
              <a:off x="2190600" y="1992600"/>
              <a:ext cx="1020600" cy="840960"/>
            </a:xfrm>
            <a:custGeom>
              <a:avLst/>
              <a:gdLst>
                <a:gd name="textAreaLeft" fmla="*/ 0 w 1020600"/>
                <a:gd name="textAreaRight" fmla="*/ 1020960 w 1020600"/>
                <a:gd name="textAreaTop" fmla="*/ 0 h 840960"/>
                <a:gd name="textAreaBottom" fmla="*/ 841320 h 840960"/>
              </a:gdLst>
              <a:ahLst/>
              <a:cxnLst/>
              <a:rect l="textAreaLeft" t="textAreaTop" r="textAreaRight" b="textAreaBottom"/>
              <a:pathLst>
                <a:path w="61698" h="4839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57" name="Google Shape;1867;p36"/>
            <p:cNvSpPr/>
            <p:nvPr/>
          </p:nvSpPr>
          <p:spPr>
            <a:xfrm>
              <a:off x="2270160" y="2085120"/>
              <a:ext cx="421920" cy="203400"/>
            </a:xfrm>
            <a:custGeom>
              <a:avLst/>
              <a:gdLst>
                <a:gd name="textAreaLeft" fmla="*/ 0 w 421920"/>
                <a:gd name="textAreaRight" fmla="*/ 422280 w 421920"/>
                <a:gd name="textAreaTop" fmla="*/ 0 h 203400"/>
                <a:gd name="textAreaBottom" fmla="*/ 203760 h 203400"/>
              </a:gdLst>
              <a:ahLst/>
              <a:cxnLst/>
              <a:rect l="textAreaLeft" t="textAreaTop" r="textAreaRight" b="textAreaBottom"/>
              <a:pathLst>
                <a:path w="25518" h="11722">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8" name="Google Shape;1868;p36"/>
            <p:cNvSpPr/>
            <p:nvPr/>
          </p:nvSpPr>
          <p:spPr>
            <a:xfrm>
              <a:off x="2328840" y="24105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59" name="Google Shape;1869;p36"/>
            <p:cNvSpPr/>
            <p:nvPr/>
          </p:nvSpPr>
          <p:spPr>
            <a:xfrm>
              <a:off x="2328840" y="24807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0" name="Google Shape;1870;p36"/>
            <p:cNvSpPr/>
            <p:nvPr/>
          </p:nvSpPr>
          <p:spPr>
            <a:xfrm>
              <a:off x="2328840" y="2638440"/>
              <a:ext cx="693360" cy="79560"/>
            </a:xfrm>
            <a:custGeom>
              <a:avLst/>
              <a:gdLst>
                <a:gd name="textAreaLeft" fmla="*/ 0 w 693360"/>
                <a:gd name="textAreaRight" fmla="*/ 693720 w 693360"/>
                <a:gd name="textAreaTop" fmla="*/ 0 h 79560"/>
                <a:gd name="textAreaBottom" fmla="*/ 79920 h 79560"/>
              </a:gdLst>
              <a:ahLst/>
              <a:cxnLst/>
              <a:rect l="textAreaLeft" t="textAreaTop" r="textAreaRight" b="textAreaBottom"/>
              <a:pathLst>
                <a:path w="41919" h="460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9960" bIns="399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1" name="Google Shape;1871;p36"/>
            <p:cNvSpPr/>
            <p:nvPr/>
          </p:nvSpPr>
          <p:spPr>
            <a:xfrm>
              <a:off x="2328840" y="256788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1">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40320" bIns="403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2" name="Google Shape;1872;p36"/>
            <p:cNvSpPr/>
            <p:nvPr/>
          </p:nvSpPr>
          <p:spPr>
            <a:xfrm>
              <a:off x="303372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1"/>
                  </a:moveTo>
                  <a:lnTo>
                    <a:pt x="0" y="3908"/>
                  </a:lnTo>
                  <a:lnTo>
                    <a:pt x="3866" y="3908"/>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3" name="Google Shape;1873;p36"/>
            <p:cNvSpPr/>
            <p:nvPr/>
          </p:nvSpPr>
          <p:spPr>
            <a:xfrm>
              <a:off x="303372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8">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4" name="Google Shape;1874;p36"/>
            <p:cNvSpPr/>
            <p:nvPr/>
          </p:nvSpPr>
          <p:spPr>
            <a:xfrm>
              <a:off x="303372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7">
                  <a:moveTo>
                    <a:pt x="0" y="1"/>
                  </a:moveTo>
                  <a:lnTo>
                    <a:pt x="0" y="3867"/>
                  </a:lnTo>
                  <a:lnTo>
                    <a:pt x="3866" y="3867"/>
                  </a:lnTo>
                  <a:lnTo>
                    <a:pt x="3866"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5" name="Google Shape;1875;p36"/>
            <p:cNvSpPr/>
            <p:nvPr/>
          </p:nvSpPr>
          <p:spPr>
            <a:xfrm>
              <a:off x="303372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0"/>
                  </a:moveTo>
                  <a:lnTo>
                    <a:pt x="0" y="3907"/>
                  </a:lnTo>
                  <a:lnTo>
                    <a:pt x="3866" y="3907"/>
                  </a:lnTo>
                  <a:lnTo>
                    <a:pt x="3866"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6" name="Google Shape;1876;p36"/>
            <p:cNvSpPr/>
            <p:nvPr/>
          </p:nvSpPr>
          <p:spPr>
            <a:xfrm>
              <a:off x="225180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1"/>
                  </a:moveTo>
                  <a:lnTo>
                    <a:pt x="1" y="3908"/>
                  </a:lnTo>
                  <a:lnTo>
                    <a:pt x="3867" y="3908"/>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7" name="Google Shape;1877;p36"/>
            <p:cNvSpPr/>
            <p:nvPr/>
          </p:nvSpPr>
          <p:spPr>
            <a:xfrm>
              <a:off x="225180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8">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8" name="Google Shape;1878;p36"/>
            <p:cNvSpPr/>
            <p:nvPr/>
          </p:nvSpPr>
          <p:spPr>
            <a:xfrm>
              <a:off x="225180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7">
                  <a:moveTo>
                    <a:pt x="1" y="1"/>
                  </a:moveTo>
                  <a:lnTo>
                    <a:pt x="1" y="3867"/>
                  </a:lnTo>
                  <a:lnTo>
                    <a:pt x="3867" y="3867"/>
                  </a:lnTo>
                  <a:lnTo>
                    <a:pt x="3867" y="1"/>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480" bIns="334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69" name="Google Shape;1879;p36"/>
            <p:cNvSpPr/>
            <p:nvPr/>
          </p:nvSpPr>
          <p:spPr>
            <a:xfrm>
              <a:off x="225180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0"/>
                  </a:moveTo>
                  <a:lnTo>
                    <a:pt x="1" y="3907"/>
                  </a:lnTo>
                  <a:lnTo>
                    <a:pt x="3867" y="3907"/>
                  </a:lnTo>
                  <a:lnTo>
                    <a:pt x="3867" y="0"/>
                  </a:ln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33840" bIns="338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0" name="Google Shape;1880;p36"/>
            <p:cNvSpPr/>
            <p:nvPr/>
          </p:nvSpPr>
          <p:spPr>
            <a:xfrm>
              <a:off x="2745360" y="207324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1" name="Google Shape;1881;p36"/>
            <p:cNvSpPr/>
            <p:nvPr/>
          </p:nvSpPr>
          <p:spPr>
            <a:xfrm>
              <a:off x="1688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5560" bIns="25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2" name="Google Shape;1882;p36"/>
            <p:cNvSpPr/>
            <p:nvPr/>
          </p:nvSpPr>
          <p:spPr>
            <a:xfrm>
              <a:off x="168480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9" h="3582">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0960" bIns="309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3" name="Google Shape;1883;p36"/>
            <p:cNvSpPr/>
            <p:nvPr/>
          </p:nvSpPr>
          <p:spPr>
            <a:xfrm>
              <a:off x="189036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1" y="0"/>
                  </a:moveTo>
                  <a:lnTo>
                    <a:pt x="1" y="15709"/>
                  </a:lnTo>
                  <a:lnTo>
                    <a:pt x="4111" y="15709"/>
                  </a:lnTo>
                  <a:lnTo>
                    <a:pt x="4111"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4" name="Google Shape;1884;p36"/>
            <p:cNvSpPr/>
            <p:nvPr/>
          </p:nvSpPr>
          <p:spPr>
            <a:xfrm>
              <a:off x="188496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5" name="Google Shape;1885;p36"/>
            <p:cNvSpPr/>
            <p:nvPr/>
          </p:nvSpPr>
          <p:spPr>
            <a:xfrm>
              <a:off x="187956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4" h="11396">
                  <a:moveTo>
                    <a:pt x="0" y="0"/>
                  </a:moveTo>
                  <a:lnTo>
                    <a:pt x="0" y="11395"/>
                  </a:lnTo>
                  <a:lnTo>
                    <a:pt x="5413" y="11395"/>
                  </a:lnTo>
                  <a:lnTo>
                    <a:pt x="5413" y="0"/>
                  </a:ln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6" name="Google Shape;1886;p36"/>
            <p:cNvSpPr/>
            <p:nvPr/>
          </p:nvSpPr>
          <p:spPr>
            <a:xfrm>
              <a:off x="187416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7" name="Google Shape;1887;p36"/>
            <p:cNvSpPr/>
            <p:nvPr/>
          </p:nvSpPr>
          <p:spPr>
            <a:xfrm>
              <a:off x="1375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1" y="53436"/>
                  </a:lnTo>
                  <a:lnTo>
                    <a:pt x="68291" y="0"/>
                  </a:ln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78" name="Google Shape;1888;p36"/>
            <p:cNvSpPr/>
            <p:nvPr/>
          </p:nvSpPr>
          <p:spPr>
            <a:xfrm>
              <a:off x="136980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3" h="54088">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79" name="Google Shape;1889;p36"/>
            <p:cNvSpPr/>
            <p:nvPr/>
          </p:nvSpPr>
          <p:spPr>
            <a:xfrm>
              <a:off x="143568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5" h="47738">
                  <a:moveTo>
                    <a:pt x="0" y="0"/>
                  </a:moveTo>
                  <a:lnTo>
                    <a:pt x="0" y="47738"/>
                  </a:lnTo>
                  <a:lnTo>
                    <a:pt x="61005" y="47738"/>
                  </a:lnTo>
                  <a:lnTo>
                    <a:pt x="61005"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0" name="Google Shape;1890;p36"/>
            <p:cNvSpPr/>
            <p:nvPr/>
          </p:nvSpPr>
          <p:spPr>
            <a:xfrm>
              <a:off x="143028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1" name="Google Shape;1891;p36"/>
            <p:cNvSpPr/>
            <p:nvPr/>
          </p:nvSpPr>
          <p:spPr>
            <a:xfrm>
              <a:off x="16275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2" name="Google Shape;1892;p36"/>
            <p:cNvSpPr/>
            <p:nvPr/>
          </p:nvSpPr>
          <p:spPr>
            <a:xfrm>
              <a:off x="162756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7" h="13391">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3" name="Google Shape;1893;p36"/>
            <p:cNvSpPr/>
            <p:nvPr/>
          </p:nvSpPr>
          <p:spPr>
            <a:xfrm>
              <a:off x="162756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4" name="Google Shape;1894;p36"/>
            <p:cNvSpPr/>
            <p:nvPr/>
          </p:nvSpPr>
          <p:spPr>
            <a:xfrm>
              <a:off x="1622160" y="3895200"/>
              <a:ext cx="364680" cy="244440"/>
            </a:xfrm>
            <a:custGeom>
              <a:avLst/>
              <a:gdLst>
                <a:gd name="textAreaLeft" fmla="*/ 0 w 364680"/>
                <a:gd name="textAreaRight" fmla="*/ 365040 w 364680"/>
                <a:gd name="textAreaTop" fmla="*/ 0 h 244440"/>
                <a:gd name="textAreaBottom" fmla="*/ 244800 h 244440"/>
              </a:gdLst>
              <a:ahLst/>
              <a:cxnLst/>
              <a:rect l="textAreaLeft" t="textAreaTop" r="textAreaRight" b="textAreaBottom"/>
              <a:pathLst>
                <a:path w="22058" h="14083">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5" name="Google Shape;1895;p36"/>
            <p:cNvSpPr/>
            <p:nvPr/>
          </p:nvSpPr>
          <p:spPr>
            <a:xfrm>
              <a:off x="202680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6" name="Google Shape;1896;p36"/>
            <p:cNvSpPr/>
            <p:nvPr/>
          </p:nvSpPr>
          <p:spPr>
            <a:xfrm>
              <a:off x="202680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7" name="Google Shape;1897;p36"/>
            <p:cNvSpPr/>
            <p:nvPr/>
          </p:nvSpPr>
          <p:spPr>
            <a:xfrm>
              <a:off x="1940040" y="2957760"/>
              <a:ext cx="89280" cy="173160"/>
            </a:xfrm>
            <a:custGeom>
              <a:avLst/>
              <a:gdLst>
                <a:gd name="textAreaLeft" fmla="*/ 0 w 89280"/>
                <a:gd name="textAreaRight" fmla="*/ 89640 w 89280"/>
                <a:gd name="textAreaTop" fmla="*/ 0 h 173160"/>
                <a:gd name="textAreaBottom" fmla="*/ 173520 h 173160"/>
              </a:gdLst>
              <a:ahLst/>
              <a:cxnLst/>
              <a:rect l="textAreaLeft" t="textAreaTop" r="textAreaRight" b="textAreaBottom"/>
              <a:pathLst>
                <a:path w="5413" h="9971">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6760" bIns="86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88" name="Google Shape;1898;p36"/>
            <p:cNvSpPr/>
            <p:nvPr/>
          </p:nvSpPr>
          <p:spPr>
            <a:xfrm>
              <a:off x="1422360" y="2669400"/>
              <a:ext cx="573480" cy="777600"/>
            </a:xfrm>
            <a:custGeom>
              <a:avLst/>
              <a:gdLst>
                <a:gd name="textAreaLeft" fmla="*/ 0 w 573480"/>
                <a:gd name="textAreaRight" fmla="*/ 573840 w 573480"/>
                <a:gd name="textAreaTop" fmla="*/ 0 h 777600"/>
                <a:gd name="textAreaBottom" fmla="*/ 777960 h 777600"/>
              </a:gdLst>
              <a:ahLst/>
              <a:cxnLst/>
              <a:rect l="textAreaLeft" t="textAreaTop" r="textAreaRight" b="textAreaBottom"/>
              <a:pathLst>
                <a:path w="34674" h="44747">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89" name="Google Shape;1899;p36"/>
            <p:cNvSpPr/>
            <p:nvPr/>
          </p:nvSpPr>
          <p:spPr>
            <a:xfrm>
              <a:off x="1449000" y="2692440"/>
              <a:ext cx="419040" cy="693720"/>
            </a:xfrm>
            <a:custGeom>
              <a:avLst/>
              <a:gdLst>
                <a:gd name="textAreaLeft" fmla="*/ 0 w 419040"/>
                <a:gd name="textAreaRight" fmla="*/ 419400 w 419040"/>
                <a:gd name="textAreaTop" fmla="*/ 0 h 693720"/>
                <a:gd name="textAreaBottom" fmla="*/ 694080 h 693720"/>
              </a:gdLst>
              <a:ahLst/>
              <a:cxnLst/>
              <a:rect l="textAreaLeft" t="textAreaTop" r="textAreaRight" b="textAreaBottom"/>
              <a:pathLst>
                <a:path w="25356" h="39925">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0" name="Google Shape;1900;p36"/>
            <p:cNvSpPr/>
            <p:nvPr/>
          </p:nvSpPr>
          <p:spPr>
            <a:xfrm>
              <a:off x="1785240" y="2770200"/>
              <a:ext cx="200880" cy="122760"/>
            </a:xfrm>
            <a:custGeom>
              <a:avLst/>
              <a:gdLst>
                <a:gd name="textAreaLeft" fmla="*/ 0 w 200880"/>
                <a:gd name="textAreaRight" fmla="*/ 201240 w 200880"/>
                <a:gd name="textAreaTop" fmla="*/ 0 h 122760"/>
                <a:gd name="textAreaBottom" fmla="*/ 123120 h 122760"/>
              </a:gdLst>
              <a:ahLst/>
              <a:cxnLst/>
              <a:rect l="textAreaLeft" t="textAreaTop" r="textAreaRight" b="textAreaBottom"/>
              <a:pathLst>
                <a:path w="12170" h="7082">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w="0">
              <a:noFill/>
            </a:ln>
          </p:spPr>
          <p:style>
            <a:lnRef idx="0">
              <a:scrgbClr r="0" g="0" b="0"/>
            </a:lnRef>
            <a:fillRef idx="0">
              <a:scrgbClr r="0" g="0" b="0"/>
            </a:fillRef>
            <a:effectRef idx="0">
              <a:scrgbClr r="0" g="0" b="0"/>
            </a:effectRef>
            <a:fontRef idx="minor"/>
          </p:style>
          <p:txBody>
            <a:bodyPr tIns="61560" bIns="615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1" name="Google Shape;1901;p36"/>
            <p:cNvSpPr/>
            <p:nvPr/>
          </p:nvSpPr>
          <p:spPr>
            <a:xfrm>
              <a:off x="1416960" y="2663280"/>
              <a:ext cx="580680" cy="789840"/>
            </a:xfrm>
            <a:custGeom>
              <a:avLst/>
              <a:gdLst>
                <a:gd name="textAreaLeft" fmla="*/ 0 w 580680"/>
                <a:gd name="textAreaRight" fmla="*/ 581040 w 580680"/>
                <a:gd name="textAreaTop" fmla="*/ 0 h 789840"/>
                <a:gd name="textAreaBottom" fmla="*/ 790200 h 789840"/>
              </a:gdLst>
              <a:ahLst/>
              <a:cxnLst/>
              <a:rect l="textAreaLeft" t="textAreaTop" r="textAreaRight" b="textAreaBottom"/>
              <a:pathLst>
                <a:path w="35123" h="45446">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2" name="Google Shape;1902;p36"/>
            <p:cNvSpPr/>
            <p:nvPr/>
          </p:nvSpPr>
          <p:spPr>
            <a:xfrm>
              <a:off x="1439640" y="2552400"/>
              <a:ext cx="687960" cy="627840"/>
            </a:xfrm>
            <a:custGeom>
              <a:avLst/>
              <a:gdLst>
                <a:gd name="textAreaLeft" fmla="*/ 0 w 687960"/>
                <a:gd name="textAreaRight" fmla="*/ 688320 w 687960"/>
                <a:gd name="textAreaTop" fmla="*/ 0 h 627840"/>
                <a:gd name="textAreaBottom" fmla="*/ 628200 h 627840"/>
              </a:gdLst>
              <a:ahLst/>
              <a:cxnLst/>
              <a:rect l="textAreaLeft" t="textAreaTop" r="textAreaRight" b="textAreaBottom"/>
              <a:pathLst>
                <a:path w="41593" h="36125">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3" name="Google Shape;1903;p36"/>
            <p:cNvSpPr/>
            <p:nvPr/>
          </p:nvSpPr>
          <p:spPr>
            <a:xfrm>
              <a:off x="1451880" y="2546640"/>
              <a:ext cx="659520" cy="639360"/>
            </a:xfrm>
            <a:custGeom>
              <a:avLst/>
              <a:gdLst>
                <a:gd name="textAreaLeft" fmla="*/ 0 w 659520"/>
                <a:gd name="textAreaRight" fmla="*/ 659880 w 659520"/>
                <a:gd name="textAreaTop" fmla="*/ 0 h 639360"/>
                <a:gd name="textAreaBottom" fmla="*/ 639720 h 639360"/>
              </a:gdLst>
              <a:ahLst/>
              <a:cxnLst/>
              <a:rect l="textAreaLeft" t="textAreaTop" r="textAreaRight" b="textAreaBottom"/>
              <a:pathLst>
                <a:path w="39884" h="36792">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4" name="Google Shape;1904;p36"/>
            <p:cNvSpPr/>
            <p:nvPr/>
          </p:nvSpPr>
          <p:spPr>
            <a:xfrm>
              <a:off x="1551600" y="3013920"/>
              <a:ext cx="38880" cy="36000"/>
            </a:xfrm>
            <a:custGeom>
              <a:avLst/>
              <a:gdLst>
                <a:gd name="textAreaLeft" fmla="*/ 0 w 38880"/>
                <a:gd name="textAreaRight" fmla="*/ 39240 w 38880"/>
                <a:gd name="textAreaTop" fmla="*/ 0 h 36000"/>
                <a:gd name="textAreaBottom" fmla="*/ 36360 h 36000"/>
              </a:gdLst>
              <a:ahLst/>
              <a:cxnLst/>
              <a:rect l="textAreaLeft" t="textAreaTop" r="textAreaRight" b="textAreaBottom"/>
              <a:pathLst>
                <a:path w="2362" h="210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18000" bIns="18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5" name="Google Shape;1905;p36"/>
            <p:cNvSpPr/>
            <p:nvPr/>
          </p:nvSpPr>
          <p:spPr>
            <a:xfrm>
              <a:off x="1608120" y="2719080"/>
              <a:ext cx="481320" cy="241920"/>
            </a:xfrm>
            <a:custGeom>
              <a:avLst/>
              <a:gdLst>
                <a:gd name="textAreaLeft" fmla="*/ 0 w 481320"/>
                <a:gd name="textAreaRight" fmla="*/ 481680 w 481320"/>
                <a:gd name="textAreaTop" fmla="*/ 0 h 241920"/>
                <a:gd name="textAreaBottom" fmla="*/ 242280 h 241920"/>
              </a:gdLst>
              <a:ahLst/>
              <a:cxnLst/>
              <a:rect l="textAreaLeft" t="textAreaTop" r="textAreaRight" b="textAreaBottom"/>
              <a:pathLst>
                <a:path w="29099" h="1392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6" name="Google Shape;1906;p36"/>
            <p:cNvSpPr/>
            <p:nvPr/>
          </p:nvSpPr>
          <p:spPr>
            <a:xfrm>
              <a:off x="1598760" y="2832840"/>
              <a:ext cx="236880" cy="277920"/>
            </a:xfrm>
            <a:custGeom>
              <a:avLst/>
              <a:gdLst>
                <a:gd name="textAreaLeft" fmla="*/ 0 w 236880"/>
                <a:gd name="textAreaRight" fmla="*/ 237240 w 236880"/>
                <a:gd name="textAreaTop" fmla="*/ 0 h 277920"/>
                <a:gd name="textAreaBottom" fmla="*/ 278280 h 277920"/>
              </a:gdLst>
              <a:ahLst/>
              <a:cxnLst/>
              <a:rect l="textAreaLeft" t="textAreaTop" r="textAreaRight" b="textAreaBottom"/>
              <a:pathLst>
                <a:path w="14327" h="16012">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7" name="Google Shape;1907;p36"/>
            <p:cNvSpPr/>
            <p:nvPr/>
          </p:nvSpPr>
          <p:spPr>
            <a:xfrm>
              <a:off x="1703160" y="2985120"/>
              <a:ext cx="322200" cy="45720"/>
            </a:xfrm>
            <a:custGeom>
              <a:avLst/>
              <a:gdLst>
                <a:gd name="textAreaLeft" fmla="*/ 0 w 322200"/>
                <a:gd name="textAreaRight" fmla="*/ 322560 w 322200"/>
                <a:gd name="textAreaTop" fmla="*/ 0 h 45720"/>
                <a:gd name="textAreaBottom" fmla="*/ 46080 h 45720"/>
              </a:gdLst>
              <a:ahLst/>
              <a:cxnLst/>
              <a:rect l="textAreaLeft" t="textAreaTop" r="textAreaRight" b="textAreaBottom"/>
              <a:pathLst>
                <a:path w="19495" h="2653">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23040" bIns="23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798" name="Google Shape;1908;p36"/>
            <p:cNvSpPr/>
            <p:nvPr/>
          </p:nvSpPr>
          <p:spPr>
            <a:xfrm>
              <a:off x="1650600" y="2927520"/>
              <a:ext cx="106200" cy="218160"/>
            </a:xfrm>
            <a:custGeom>
              <a:avLst/>
              <a:gdLst>
                <a:gd name="textAreaLeft" fmla="*/ 0 w 106200"/>
                <a:gd name="textAreaRight" fmla="*/ 106560 w 106200"/>
                <a:gd name="textAreaTop" fmla="*/ 0 h 218160"/>
                <a:gd name="textAreaBottom" fmla="*/ 218520 h 218160"/>
              </a:gdLst>
              <a:ahLst/>
              <a:cxnLst/>
              <a:rect l="textAreaLeft" t="textAreaTop" r="textAreaRight" b="textAreaBottom"/>
              <a:pathLst>
                <a:path w="6431" h="12565">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99" name="Google Shape;1909;p36"/>
            <p:cNvSpPr/>
            <p:nvPr/>
          </p:nvSpPr>
          <p:spPr>
            <a:xfrm>
              <a:off x="1649880" y="2921400"/>
              <a:ext cx="108000" cy="230400"/>
            </a:xfrm>
            <a:custGeom>
              <a:avLst/>
              <a:gdLst>
                <a:gd name="textAreaLeft" fmla="*/ 0 w 108000"/>
                <a:gd name="textAreaRight" fmla="*/ 108360 w 108000"/>
                <a:gd name="textAreaTop" fmla="*/ 0 h 230400"/>
                <a:gd name="textAreaBottom" fmla="*/ 230760 h 230400"/>
              </a:gdLst>
              <a:ahLst/>
              <a:cxnLst/>
              <a:rect l="textAreaLeft" t="textAreaTop" r="textAreaRight" b="textAreaBottom"/>
              <a:pathLst>
                <a:path w="6553" h="13268">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0" name="Google Shape;1910;p36"/>
            <p:cNvSpPr/>
            <p:nvPr/>
          </p:nvSpPr>
          <p:spPr>
            <a:xfrm>
              <a:off x="889560" y="4812840"/>
              <a:ext cx="1654920" cy="323640"/>
            </a:xfrm>
            <a:custGeom>
              <a:avLst/>
              <a:gdLst>
                <a:gd name="textAreaLeft" fmla="*/ 0 w 1654920"/>
                <a:gd name="textAreaRight" fmla="*/ 1655280 w 1654920"/>
                <a:gd name="textAreaTop" fmla="*/ 0 h 323640"/>
                <a:gd name="textAreaBottom" fmla="*/ 324000 h 323640"/>
              </a:gdLst>
              <a:ahLst/>
              <a:cxnLst/>
              <a:rect l="textAreaLeft" t="textAreaTop" r="textAreaRight" b="textAreaBottom"/>
              <a:pathLst>
                <a:path w="100035" h="1864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1" name="Google Shape;1911;p36"/>
            <p:cNvSpPr/>
            <p:nvPr/>
          </p:nvSpPr>
          <p:spPr>
            <a:xfrm>
              <a:off x="884160" y="4807080"/>
              <a:ext cx="1666440" cy="335880"/>
            </a:xfrm>
            <a:custGeom>
              <a:avLst/>
              <a:gdLst>
                <a:gd name="textAreaLeft" fmla="*/ 0 w 1666440"/>
                <a:gd name="textAreaRight" fmla="*/ 1666800 w 1666440"/>
                <a:gd name="textAreaTop" fmla="*/ 0 h 335880"/>
                <a:gd name="textAreaBottom" fmla="*/ 336240 h 335880"/>
              </a:gdLst>
              <a:ahLst/>
              <a:cxnLst/>
              <a:rect l="textAreaLeft" t="textAreaTop" r="textAreaRight" b="textAreaBottom"/>
              <a:pathLst>
                <a:path w="100726" h="19332">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2" name="Google Shape;1912;p36"/>
            <p:cNvSpPr/>
            <p:nvPr/>
          </p:nvSpPr>
          <p:spPr>
            <a:xfrm>
              <a:off x="897480" y="3344760"/>
              <a:ext cx="930240" cy="1627920"/>
            </a:xfrm>
            <a:custGeom>
              <a:avLst/>
              <a:gdLst>
                <a:gd name="textAreaLeft" fmla="*/ 0 w 930240"/>
                <a:gd name="textAreaRight" fmla="*/ 930600 w 930240"/>
                <a:gd name="textAreaTop" fmla="*/ 0 h 1627920"/>
                <a:gd name="textAreaBottom" fmla="*/ 1628280 h 1627920"/>
              </a:gdLst>
              <a:ahLst/>
              <a:cxnLst/>
              <a:rect l="textAreaLeft" t="textAreaTop" r="textAreaRight" b="textAreaBottom"/>
              <a:pathLst>
                <a:path w="56244" h="9366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03" name="Google Shape;1913;p36"/>
            <p:cNvSpPr/>
            <p:nvPr/>
          </p:nvSpPr>
          <p:spPr>
            <a:xfrm>
              <a:off x="919800" y="3372120"/>
              <a:ext cx="836640" cy="1594440"/>
            </a:xfrm>
            <a:custGeom>
              <a:avLst/>
              <a:gdLst>
                <a:gd name="textAreaLeft" fmla="*/ 0 w 836640"/>
                <a:gd name="textAreaRight" fmla="*/ 837000 w 836640"/>
                <a:gd name="textAreaTop" fmla="*/ 0 h 1594440"/>
                <a:gd name="textAreaBottom" fmla="*/ 1594800 h 1594440"/>
              </a:gdLst>
              <a:ahLst/>
              <a:cxnLst/>
              <a:rect l="textAreaLeft" t="textAreaTop" r="textAreaRight" b="textAreaBottom"/>
              <a:pathLst>
                <a:path w="50587" h="91733">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4" name="Google Shape;1914;p36"/>
            <p:cNvSpPr/>
            <p:nvPr/>
          </p:nvSpPr>
          <p:spPr>
            <a:xfrm>
              <a:off x="1204200" y="3812400"/>
              <a:ext cx="124920" cy="343440"/>
            </a:xfrm>
            <a:custGeom>
              <a:avLst/>
              <a:gdLst>
                <a:gd name="textAreaLeft" fmla="*/ 0 w 124920"/>
                <a:gd name="textAreaRight" fmla="*/ 125280 w 124920"/>
                <a:gd name="textAreaTop" fmla="*/ 0 h 343440"/>
                <a:gd name="textAreaBottom" fmla="*/ 343800 h 343440"/>
              </a:gdLst>
              <a:ahLst/>
              <a:cxnLst/>
              <a:rect l="textAreaLeft" t="textAreaTop" r="textAreaRight" b="textAreaBottom"/>
              <a:pathLst>
                <a:path w="7570" h="19769">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5" name="Google Shape;1915;p36"/>
            <p:cNvSpPr/>
            <p:nvPr/>
          </p:nvSpPr>
          <p:spPr>
            <a:xfrm>
              <a:off x="1482840" y="4151520"/>
              <a:ext cx="131760" cy="140400"/>
            </a:xfrm>
            <a:custGeom>
              <a:avLst/>
              <a:gdLst>
                <a:gd name="textAreaLeft" fmla="*/ 0 w 131760"/>
                <a:gd name="textAreaRight" fmla="*/ 132120 w 131760"/>
                <a:gd name="textAreaTop" fmla="*/ 0 h 140400"/>
                <a:gd name="textAreaBottom" fmla="*/ 140760 h 140400"/>
              </a:gdLst>
              <a:ahLst/>
              <a:cxnLst/>
              <a:rect l="textAreaLeft" t="textAreaTop" r="textAreaRight" b="textAreaBottom"/>
              <a:pathLst>
                <a:path w="7978" h="8104">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0200" bIns="70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6" name="Google Shape;1916;p36"/>
            <p:cNvSpPr/>
            <p:nvPr/>
          </p:nvSpPr>
          <p:spPr>
            <a:xfrm>
              <a:off x="1402560" y="4298040"/>
              <a:ext cx="221760" cy="34920"/>
            </a:xfrm>
            <a:custGeom>
              <a:avLst/>
              <a:gdLst>
                <a:gd name="textAreaLeft" fmla="*/ 0 w 221760"/>
                <a:gd name="textAreaRight" fmla="*/ 222120 w 221760"/>
                <a:gd name="textAreaTop" fmla="*/ 0 h 34920"/>
                <a:gd name="textAreaBottom" fmla="*/ 35280 h 34920"/>
              </a:gdLst>
              <a:ahLst/>
              <a:cxnLst/>
              <a:rect l="textAreaLeft" t="textAreaTop" r="textAreaRight" b="textAreaBottom"/>
              <a:pathLst>
                <a:path w="13431" h="202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17640" bIns="176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7" name="Google Shape;1917;p36"/>
            <p:cNvSpPr/>
            <p:nvPr/>
          </p:nvSpPr>
          <p:spPr>
            <a:xfrm>
              <a:off x="1369800" y="4730760"/>
              <a:ext cx="318240" cy="245520"/>
            </a:xfrm>
            <a:custGeom>
              <a:avLst/>
              <a:gdLst>
                <a:gd name="textAreaLeft" fmla="*/ 0 w 318240"/>
                <a:gd name="textAreaRight" fmla="*/ 318600 w 318240"/>
                <a:gd name="textAreaTop" fmla="*/ 0 h 245520"/>
                <a:gd name="textAreaBottom" fmla="*/ 245880 h 245520"/>
              </a:gdLst>
              <a:ahLst/>
              <a:cxnLst/>
              <a:rect l="textAreaLeft" t="textAreaTop" r="textAreaRight" b="textAreaBottom"/>
              <a:pathLst>
                <a:path w="19251" h="14145">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8" name="Google Shape;1918;p36"/>
            <p:cNvSpPr/>
            <p:nvPr/>
          </p:nvSpPr>
          <p:spPr>
            <a:xfrm>
              <a:off x="908280" y="3338640"/>
              <a:ext cx="916920" cy="1640160"/>
            </a:xfrm>
            <a:custGeom>
              <a:avLst/>
              <a:gdLst>
                <a:gd name="textAreaLeft" fmla="*/ 0 w 916920"/>
                <a:gd name="textAreaRight" fmla="*/ 917280 w 916920"/>
                <a:gd name="textAreaTop" fmla="*/ 0 h 1640160"/>
                <a:gd name="textAreaBottom" fmla="*/ 1640520 h 1640160"/>
              </a:gdLst>
              <a:ahLst/>
              <a:cxnLst/>
              <a:rect l="textAreaLeft" t="textAreaTop" r="textAreaRight" b="textAreaBottom"/>
              <a:pathLst>
                <a:path w="55430" h="94354">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09" name="Google Shape;1919;p36"/>
            <p:cNvSpPr/>
            <p:nvPr/>
          </p:nvSpPr>
          <p:spPr>
            <a:xfrm>
              <a:off x="1320480" y="3265560"/>
              <a:ext cx="479160" cy="327240"/>
            </a:xfrm>
            <a:custGeom>
              <a:avLst/>
              <a:gdLst>
                <a:gd name="textAreaLeft" fmla="*/ 0 w 479160"/>
                <a:gd name="textAreaRight" fmla="*/ 479520 w 479160"/>
                <a:gd name="textAreaTop" fmla="*/ 0 h 327240"/>
                <a:gd name="textAreaBottom" fmla="*/ 327600 h 327240"/>
              </a:gdLst>
              <a:ahLst/>
              <a:cxnLst/>
              <a:rect l="textAreaLeft" t="textAreaTop" r="textAreaRight" b="textAreaBottom"/>
              <a:pathLst>
                <a:path w="28978" h="1884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0" name="Google Shape;1920;p36"/>
            <p:cNvSpPr/>
            <p:nvPr/>
          </p:nvSpPr>
          <p:spPr>
            <a:xfrm>
              <a:off x="1320480" y="3265560"/>
              <a:ext cx="351720" cy="218880"/>
            </a:xfrm>
            <a:custGeom>
              <a:avLst/>
              <a:gdLst>
                <a:gd name="textAreaLeft" fmla="*/ 0 w 351720"/>
                <a:gd name="textAreaRight" fmla="*/ 352080 w 351720"/>
                <a:gd name="textAreaTop" fmla="*/ 0 h 218880"/>
                <a:gd name="textAreaBottom" fmla="*/ 219240 h 218880"/>
              </a:gdLst>
              <a:ahLst/>
              <a:cxnLst/>
              <a:rect l="textAreaLeft" t="textAreaTop" r="textAreaRight" b="textAreaBottom"/>
              <a:pathLst>
                <a:path w="21286" h="12617">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1" name="Google Shape;1921;p36"/>
            <p:cNvSpPr/>
            <p:nvPr/>
          </p:nvSpPr>
          <p:spPr>
            <a:xfrm>
              <a:off x="1314360" y="3259800"/>
              <a:ext cx="491400" cy="339120"/>
            </a:xfrm>
            <a:custGeom>
              <a:avLst/>
              <a:gdLst>
                <a:gd name="textAreaLeft" fmla="*/ 0 w 491400"/>
                <a:gd name="textAreaRight" fmla="*/ 491760 w 491400"/>
                <a:gd name="textAreaTop" fmla="*/ 0 h 339120"/>
                <a:gd name="textAreaBottom" fmla="*/ 339480 h 339120"/>
              </a:gdLst>
              <a:ahLst/>
              <a:cxnLst/>
              <a:rect l="textAreaLeft" t="textAreaTop" r="textAreaRight" b="textAreaBottom"/>
              <a:pathLst>
                <a:path w="29710" h="19522">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2" name="Google Shape;1922;p36"/>
            <p:cNvSpPr/>
            <p:nvPr/>
          </p:nvSpPr>
          <p:spPr>
            <a:xfrm>
              <a:off x="2395440" y="4354560"/>
              <a:ext cx="444960" cy="326880"/>
            </a:xfrm>
            <a:custGeom>
              <a:avLst/>
              <a:gdLst>
                <a:gd name="textAreaLeft" fmla="*/ 0 w 444960"/>
                <a:gd name="textAreaRight" fmla="*/ 445320 w 444960"/>
                <a:gd name="textAreaTop" fmla="*/ 0 h 326880"/>
                <a:gd name="textAreaBottom" fmla="*/ 327240 h 326880"/>
              </a:gdLst>
              <a:ahLst/>
              <a:cxnLst/>
              <a:rect l="textAreaLeft" t="textAreaTop" r="textAreaRight" b="textAreaBottom"/>
              <a:pathLst>
                <a:path w="26902" h="18817">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3" name="Google Shape;1923;p36"/>
            <p:cNvSpPr/>
            <p:nvPr/>
          </p:nvSpPr>
          <p:spPr>
            <a:xfrm>
              <a:off x="2390040" y="4349160"/>
              <a:ext cx="446040" cy="337680"/>
            </a:xfrm>
            <a:custGeom>
              <a:avLst/>
              <a:gdLst>
                <a:gd name="textAreaLeft" fmla="*/ 0 w 446040"/>
                <a:gd name="textAreaRight" fmla="*/ 446400 w 446040"/>
                <a:gd name="textAreaTop" fmla="*/ 0 h 337680"/>
                <a:gd name="textAreaBottom" fmla="*/ 338040 h 337680"/>
              </a:gdLst>
              <a:ahLst/>
              <a:cxnLst/>
              <a:rect l="textAreaLeft" t="textAreaTop" r="textAreaRight" b="textAreaBottom"/>
              <a:pathLst>
                <a:path w="26983" h="19454">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4" name="Google Shape;1924;p36"/>
            <p:cNvSpPr/>
            <p:nvPr/>
          </p:nvSpPr>
          <p:spPr>
            <a:xfrm>
              <a:off x="2625480" y="4393080"/>
              <a:ext cx="140400" cy="70560"/>
            </a:xfrm>
            <a:custGeom>
              <a:avLst/>
              <a:gdLst>
                <a:gd name="textAreaLeft" fmla="*/ 0 w 140400"/>
                <a:gd name="textAreaRight" fmla="*/ 140760 w 140400"/>
                <a:gd name="textAreaTop" fmla="*/ 0 h 70560"/>
                <a:gd name="textAreaBottom" fmla="*/ 70920 h 70560"/>
              </a:gdLst>
              <a:ahLst/>
              <a:cxnLst/>
              <a:rect l="textAreaLeft" t="textAreaTop" r="textAreaRight" b="textAreaBottom"/>
              <a:pathLst>
                <a:path w="8507" h="4071">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5" name="Google Shape;1925;p36"/>
            <p:cNvSpPr/>
            <p:nvPr/>
          </p:nvSpPr>
          <p:spPr>
            <a:xfrm>
              <a:off x="2558160" y="4397400"/>
              <a:ext cx="51480" cy="38520"/>
            </a:xfrm>
            <a:custGeom>
              <a:avLst/>
              <a:gdLst>
                <a:gd name="textAreaLeft" fmla="*/ 0 w 51480"/>
                <a:gd name="textAreaRight" fmla="*/ 51840 w 51480"/>
                <a:gd name="textAreaTop" fmla="*/ 0 h 38520"/>
                <a:gd name="textAreaBottom" fmla="*/ 38880 h 38520"/>
              </a:gdLst>
              <a:ahLst/>
              <a:cxnLst/>
              <a:rect l="textAreaLeft" t="textAreaTop" r="textAreaRight" b="textAreaBottom"/>
              <a:pathLst>
                <a:path w="3134" h="224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19440" bIns="19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6" name="Google Shape;1926;p36"/>
            <p:cNvSpPr/>
            <p:nvPr/>
          </p:nvSpPr>
          <p:spPr>
            <a:xfrm>
              <a:off x="1913040" y="4345920"/>
              <a:ext cx="390600" cy="248400"/>
            </a:xfrm>
            <a:custGeom>
              <a:avLst/>
              <a:gdLst>
                <a:gd name="textAreaLeft" fmla="*/ 0 w 390600"/>
                <a:gd name="textAreaRight" fmla="*/ 390960 w 390600"/>
                <a:gd name="textAreaTop" fmla="*/ 0 h 248400"/>
                <a:gd name="textAreaBottom" fmla="*/ 248760 h 248400"/>
              </a:gdLst>
              <a:ahLst/>
              <a:cxnLst/>
              <a:rect l="textAreaLeft" t="textAreaTop" r="textAreaRight" b="textAreaBottom"/>
              <a:pathLst>
                <a:path w="23625" h="1431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7" name="Google Shape;1927;p36"/>
            <p:cNvSpPr/>
            <p:nvPr/>
          </p:nvSpPr>
          <p:spPr>
            <a:xfrm>
              <a:off x="1915920" y="4340160"/>
              <a:ext cx="383400" cy="259920"/>
            </a:xfrm>
            <a:custGeom>
              <a:avLst/>
              <a:gdLst>
                <a:gd name="textAreaLeft" fmla="*/ 0 w 383400"/>
                <a:gd name="textAreaRight" fmla="*/ 383760 w 383400"/>
                <a:gd name="textAreaTop" fmla="*/ 0 h 259920"/>
                <a:gd name="textAreaBottom" fmla="*/ 260280 h 259920"/>
              </a:gdLst>
              <a:ahLst/>
              <a:cxnLst/>
              <a:rect l="textAreaLeft" t="textAreaTop" r="textAreaRight" b="textAreaBottom"/>
              <a:pathLst>
                <a:path w="23198" h="14977">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8" name="Google Shape;1928;p36"/>
            <p:cNvSpPr/>
            <p:nvPr/>
          </p:nvSpPr>
          <p:spPr>
            <a:xfrm>
              <a:off x="2120040" y="4376880"/>
              <a:ext cx="73080" cy="47880"/>
            </a:xfrm>
            <a:custGeom>
              <a:avLst/>
              <a:gdLst>
                <a:gd name="textAreaLeft" fmla="*/ 0 w 73080"/>
                <a:gd name="textAreaRight" fmla="*/ 73440 w 73080"/>
                <a:gd name="textAreaTop" fmla="*/ 0 h 47880"/>
                <a:gd name="textAreaBottom" fmla="*/ 48240 h 47880"/>
              </a:gdLst>
              <a:ahLst/>
              <a:cxnLst/>
              <a:rect l="textAreaLeft" t="textAreaTop" r="textAreaRight" b="textAreaBottom"/>
              <a:pathLst>
                <a:path w="4437" h="2769">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4120" bIns="241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19" name="Google Shape;1929;p36"/>
            <p:cNvSpPr/>
            <p:nvPr/>
          </p:nvSpPr>
          <p:spPr>
            <a:xfrm>
              <a:off x="2065320" y="4358520"/>
              <a:ext cx="56160" cy="43200"/>
            </a:xfrm>
            <a:custGeom>
              <a:avLst/>
              <a:gdLst>
                <a:gd name="textAreaLeft" fmla="*/ 0 w 56160"/>
                <a:gd name="textAreaRight" fmla="*/ 56520 w 56160"/>
                <a:gd name="textAreaTop" fmla="*/ 0 h 43200"/>
                <a:gd name="textAreaBottom" fmla="*/ 43560 h 43200"/>
              </a:gdLst>
              <a:ahLst/>
              <a:cxnLst/>
              <a:rect l="textAreaLeft" t="textAreaTop" r="textAreaRight" b="textAreaBottom"/>
              <a:pathLst>
                <a:path w="3420" h="2504">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21600" bIns="216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0" name="Google Shape;1930;p36"/>
            <p:cNvSpPr/>
            <p:nvPr/>
          </p:nvSpPr>
          <p:spPr>
            <a:xfrm>
              <a:off x="1517760" y="3611520"/>
              <a:ext cx="1005120" cy="1428120"/>
            </a:xfrm>
            <a:custGeom>
              <a:avLst/>
              <a:gdLst>
                <a:gd name="textAreaLeft" fmla="*/ 0 w 1005120"/>
                <a:gd name="textAreaRight" fmla="*/ 1005480 w 1005120"/>
                <a:gd name="textAreaTop" fmla="*/ 0 h 1428120"/>
                <a:gd name="textAreaBottom" fmla="*/ 1428480 h 1428120"/>
              </a:gdLst>
              <a:ahLst/>
              <a:cxnLst/>
              <a:rect l="textAreaLeft" t="textAreaTop" r="textAreaRight" b="textAreaBottom"/>
              <a:pathLst>
                <a:path w="60761" h="82176">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1" name="Google Shape;1931;p36"/>
            <p:cNvSpPr/>
            <p:nvPr/>
          </p:nvSpPr>
          <p:spPr>
            <a:xfrm>
              <a:off x="1530000" y="3647520"/>
              <a:ext cx="986400" cy="1392120"/>
            </a:xfrm>
            <a:custGeom>
              <a:avLst/>
              <a:gdLst>
                <a:gd name="textAreaLeft" fmla="*/ 0 w 986400"/>
                <a:gd name="textAreaRight" fmla="*/ 986760 w 986400"/>
                <a:gd name="textAreaTop" fmla="*/ 0 h 1392120"/>
                <a:gd name="textAreaBottom" fmla="*/ 1392480 h 1392120"/>
              </a:gdLst>
              <a:ahLst/>
              <a:cxnLst/>
              <a:rect l="textAreaLeft" t="textAreaTop" r="textAreaRight" b="textAreaBottom"/>
              <a:pathLst>
                <a:path w="59622" h="80093">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a:solidFill>
                <a:srgbClr val="477797"/>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2" name="Google Shape;1932;p36"/>
            <p:cNvSpPr/>
            <p:nvPr/>
          </p:nvSpPr>
          <p:spPr>
            <a:xfrm>
              <a:off x="1524600" y="3605400"/>
              <a:ext cx="994320" cy="1440360"/>
            </a:xfrm>
            <a:custGeom>
              <a:avLst/>
              <a:gdLst>
                <a:gd name="textAreaLeft" fmla="*/ 0 w 994320"/>
                <a:gd name="textAreaRight" fmla="*/ 994680 w 994320"/>
                <a:gd name="textAreaTop" fmla="*/ 0 h 1440360"/>
                <a:gd name="textAreaBottom" fmla="*/ 1440720 h 1440360"/>
              </a:gdLst>
              <a:ahLst/>
              <a:cxnLst/>
              <a:rect l="textAreaLeft" t="textAreaTop" r="textAreaRight" b="textAreaBottom"/>
              <a:pathLst>
                <a:path w="60110" h="82881">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3" name="Google Shape;1933;p36"/>
            <p:cNvSpPr/>
            <p:nvPr/>
          </p:nvSpPr>
          <p:spPr>
            <a:xfrm>
              <a:off x="2356920" y="4566240"/>
              <a:ext cx="115560" cy="162000"/>
            </a:xfrm>
            <a:custGeom>
              <a:avLst/>
              <a:gdLst>
                <a:gd name="textAreaLeft" fmla="*/ 0 w 115560"/>
                <a:gd name="textAreaRight" fmla="*/ 115920 w 115560"/>
                <a:gd name="textAreaTop" fmla="*/ 0 h 162000"/>
                <a:gd name="textAreaBottom" fmla="*/ 162360 h 162000"/>
              </a:gdLst>
              <a:ahLst/>
              <a:cxnLst/>
              <a:rect l="textAreaLeft" t="textAreaTop" r="textAreaRight" b="textAreaBottom"/>
              <a:pathLst>
                <a:path w="7001" h="9329">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81000" bIns="810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4" name="Google Shape;1934;p36"/>
            <p:cNvSpPr/>
            <p:nvPr/>
          </p:nvSpPr>
          <p:spPr>
            <a:xfrm>
              <a:off x="485640" y="3294000"/>
              <a:ext cx="868320" cy="1842120"/>
            </a:xfrm>
            <a:custGeom>
              <a:avLst/>
              <a:gdLst>
                <a:gd name="textAreaLeft" fmla="*/ 0 w 868320"/>
                <a:gd name="textAreaRight" fmla="*/ 868680 w 868320"/>
                <a:gd name="textAreaTop" fmla="*/ 0 h 1842120"/>
                <a:gd name="textAreaBottom" fmla="*/ 1842480 h 1842120"/>
              </a:gdLst>
              <a:ahLst/>
              <a:cxnLst/>
              <a:rect l="textAreaLeft" t="textAreaTop" r="textAreaRight" b="textAreaBottom"/>
              <a:pathLst>
                <a:path w="52500" h="105991">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5" name="Google Shape;1935;p36"/>
            <p:cNvSpPr/>
            <p:nvPr/>
          </p:nvSpPr>
          <p:spPr>
            <a:xfrm>
              <a:off x="479520" y="3288600"/>
              <a:ext cx="880560" cy="1854000"/>
            </a:xfrm>
            <a:custGeom>
              <a:avLst/>
              <a:gdLst>
                <a:gd name="textAreaLeft" fmla="*/ 0 w 880560"/>
                <a:gd name="textAreaRight" fmla="*/ 880920 w 880560"/>
                <a:gd name="textAreaTop" fmla="*/ 0 h 1854000"/>
                <a:gd name="textAreaBottom" fmla="*/ 1854360 h 1854000"/>
              </a:gdLst>
              <a:ahLst/>
              <a:cxnLst/>
              <a:rect l="textAreaLeft" t="textAreaTop" r="textAreaRight" b="textAreaBottom"/>
              <a:pathLst>
                <a:path w="53232" h="106668">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6" name="Google Shape;1936;p36"/>
            <p:cNvSpPr/>
            <p:nvPr/>
          </p:nvSpPr>
          <p:spPr>
            <a:xfrm>
              <a:off x="154080" y="3270600"/>
              <a:ext cx="1149840" cy="1865880"/>
            </a:xfrm>
            <a:custGeom>
              <a:avLst/>
              <a:gdLst>
                <a:gd name="textAreaLeft" fmla="*/ 0 w 1149840"/>
                <a:gd name="textAreaRight" fmla="*/ 1150200 w 1149840"/>
                <a:gd name="textAreaTop" fmla="*/ 0 h 1865880"/>
                <a:gd name="textAreaBottom" fmla="*/ 1866240 h 1865880"/>
              </a:gdLst>
              <a:ahLst/>
              <a:cxnLst/>
              <a:rect l="textAreaLeft" t="textAreaTop" r="textAreaRight" b="textAreaBottom"/>
              <a:pathLst>
                <a:path w="69512" h="107351">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7" name="Google Shape;1937;p36"/>
            <p:cNvSpPr/>
            <p:nvPr/>
          </p:nvSpPr>
          <p:spPr>
            <a:xfrm>
              <a:off x="150840" y="3264840"/>
              <a:ext cx="1158480" cy="1878120"/>
            </a:xfrm>
            <a:custGeom>
              <a:avLst/>
              <a:gdLst>
                <a:gd name="textAreaLeft" fmla="*/ 0 w 1158480"/>
                <a:gd name="textAreaRight" fmla="*/ 1158840 w 1158480"/>
                <a:gd name="textAreaTop" fmla="*/ 0 h 1878120"/>
                <a:gd name="textAreaBottom" fmla="*/ 1878480 h 1878120"/>
              </a:gdLst>
              <a:ahLst/>
              <a:cxnLst/>
              <a:rect l="textAreaLeft" t="textAreaTop" r="textAreaRight" b="textAreaBottom"/>
              <a:pathLst>
                <a:path w="70040" h="108052">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28" name="Google Shape;1938;p36"/>
            <p:cNvSpPr/>
            <p:nvPr/>
          </p:nvSpPr>
          <p:spPr>
            <a:xfrm>
              <a:off x="519120" y="5136840"/>
              <a:ext cx="4047120" cy="360"/>
            </a:xfrm>
            <a:custGeom>
              <a:avLst/>
              <a:gdLst>
                <a:gd name="textAreaLeft" fmla="*/ 0 w 4047120"/>
                <a:gd name="textAreaRight" fmla="*/ 4047480 w 4047120"/>
                <a:gd name="textAreaTop" fmla="*/ 0 h 360"/>
                <a:gd name="textAreaBottom" fmla="*/ 720 h 360"/>
              </a:gdLst>
              <a:ahLst/>
              <a:cxnLst/>
              <a:rect l="textAreaLeft" t="textAreaTop" r="textAreaRight" b="textAreaBottom"/>
              <a:pathLst>
                <a:path w="244590" h="1">
                  <a:moveTo>
                    <a:pt x="0" y="0"/>
                  </a:moveTo>
                  <a:lnTo>
                    <a:pt x="244590" y="0"/>
                  </a:lnTo>
                </a:path>
              </a:pathLst>
            </a:custGeom>
            <a:solidFill>
              <a:srgbClr val="FFFFFF"/>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9" name="Google Shape;1939;p36"/>
            <p:cNvSpPr/>
            <p:nvPr/>
          </p:nvSpPr>
          <p:spPr>
            <a:xfrm>
              <a:off x="513000" y="5131080"/>
              <a:ext cx="4058280" cy="11520"/>
            </a:xfrm>
            <a:custGeom>
              <a:avLst/>
              <a:gdLst>
                <a:gd name="textAreaLeft" fmla="*/ 0 w 4058280"/>
                <a:gd name="textAreaRight" fmla="*/ 4058640 w 4058280"/>
                <a:gd name="textAreaTop" fmla="*/ 0 h 11520"/>
                <a:gd name="textAreaBottom" fmla="*/ 11880 h 11520"/>
              </a:gdLst>
              <a:ahLst/>
              <a:cxnLst/>
              <a:rect l="textAreaLeft" t="textAreaTop" r="textAreaRight" b="textAreaBottom"/>
              <a:pathLst>
                <a:path w="245282" h="693">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5760" bIns="5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30" name="PlaceHolder 1"/>
          <p:cNvSpPr>
            <a:spLocks noGrp="1"/>
          </p:cNvSpPr>
          <p:nvPr>
            <p:ph type="title"/>
          </p:nvPr>
        </p:nvSpPr>
        <p:spPr>
          <a:xfrm>
            <a:off x="4572000" y="1847880"/>
            <a:ext cx="4086000" cy="1790280"/>
          </a:xfrm>
          <a:prstGeom prst="rect">
            <a:avLst/>
          </a:prstGeom>
          <a:noFill/>
          <a:ln w="0">
            <a:noFill/>
          </a:ln>
        </p:spPr>
        <p:txBody>
          <a:bodyPr lIns="91440" tIns="91440" rIns="91440" bIns="91440" anchor="b">
            <a:normAutofit/>
          </a:bodyPr>
          <a:lstStyle/>
          <a:p>
            <a:pPr indent="0" algn="r">
              <a:lnSpc>
                <a:spcPct val="100000"/>
              </a:lnSpc>
              <a:buNone/>
              <a:tabLst>
                <a:tab pos="0" algn="l"/>
              </a:tabLst>
            </a:pPr>
            <a:r>
              <a:rPr lang="en-US" sz="4400" b="0" u="none" strike="noStrike">
                <a:solidFill>
                  <a:schemeClr val="dk2"/>
                </a:solidFill>
                <a:effectLst/>
                <a:uFillTx/>
                <a:latin typeface="Fjalla One"/>
                <a:ea typeface="Fjalla One"/>
              </a:rPr>
              <a:t>Flipkart Scraping</a:t>
            </a:r>
            <a:endParaRPr lang="fr-FR" sz="4400" b="0" u="none" strike="noStrike">
              <a:solidFill>
                <a:schemeClr val="dk1"/>
              </a:solidFill>
              <a:effectLst/>
              <a:uFillTx/>
              <a:latin typeface="Arial"/>
            </a:endParaRPr>
          </a:p>
        </p:txBody>
      </p:sp>
      <p:sp>
        <p:nvSpPr>
          <p:cNvPr id="1831" name="PlaceHolder 2"/>
          <p:cNvSpPr>
            <a:spLocks noGrp="1"/>
          </p:cNvSpPr>
          <p:nvPr>
            <p:ph type="subTitle"/>
          </p:nvPr>
        </p:nvSpPr>
        <p:spPr>
          <a:xfrm>
            <a:off x="4571999" y="3571920"/>
            <a:ext cx="4230029" cy="108929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US" sz="1800" b="0" u="none" strike="noStrike" dirty="0">
                <a:solidFill>
                  <a:schemeClr val="accent1"/>
                </a:solidFill>
                <a:effectLst/>
                <a:uFillTx/>
                <a:latin typeface="Barlow Semi Condensed Medium"/>
                <a:ea typeface="Barlow Semi Condensed Medium"/>
              </a:rPr>
              <a:t>Web Scraping Flipkart Laptop Listings Using</a:t>
            </a:r>
            <a:endParaRPr lang="en-US" sz="1800" b="0" u="none" strike="noStrike" dirty="0">
              <a:solidFill>
                <a:srgbClr val="000000"/>
              </a:solidFill>
              <a:effectLst/>
              <a:uFillTx/>
              <a:latin typeface="OpenSymbol"/>
            </a:endParaRPr>
          </a:p>
          <a:p>
            <a:pPr indent="0" algn="r">
              <a:lnSpc>
                <a:spcPct val="100000"/>
              </a:lnSpc>
              <a:buNone/>
              <a:tabLst>
                <a:tab pos="0" algn="l"/>
              </a:tabLst>
            </a:pPr>
            <a:r>
              <a:rPr lang="en-US" sz="1800" b="0" u="none" strike="noStrike" dirty="0">
                <a:solidFill>
                  <a:schemeClr val="accent1"/>
                </a:solidFill>
                <a:effectLst/>
                <a:uFillTx/>
                <a:latin typeface="Barlow Semi Condensed Medium"/>
                <a:ea typeface="Barlow Semi Condensed Medium"/>
              </a:rPr>
              <a:t> Python</a:t>
            </a:r>
            <a:endParaRPr lang="en-US" sz="1800" b="0" u="none" strike="noStrike" dirty="0">
              <a:solidFill>
                <a:srgbClr val="000000"/>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32" name="Google Shape;2238;p41"/>
          <p:cNvGrpSpPr/>
          <p:nvPr/>
        </p:nvGrpSpPr>
        <p:grpSpPr>
          <a:xfrm>
            <a:off x="410760" y="789120"/>
            <a:ext cx="3565080" cy="3565080"/>
            <a:chOff x="410760" y="789120"/>
            <a:chExt cx="3565080" cy="3565080"/>
          </a:xfrm>
        </p:grpSpPr>
        <p:sp>
          <p:nvSpPr>
            <p:cNvPr id="1833" name="Google Shape;2239;p41"/>
            <p:cNvSpPr/>
            <p:nvPr/>
          </p:nvSpPr>
          <p:spPr>
            <a:xfrm>
              <a:off x="410760" y="789120"/>
              <a:ext cx="3565080" cy="35650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4" name="Google Shape;2240;p41"/>
            <p:cNvSpPr/>
            <p:nvPr/>
          </p:nvSpPr>
          <p:spPr>
            <a:xfrm>
              <a:off x="572760" y="951120"/>
              <a:ext cx="3241440" cy="3241440"/>
            </a:xfrm>
            <a:prstGeom prst="ellipse">
              <a:avLst/>
            </a:prstGeom>
            <a:solidFill>
              <a:srgbClr val="FFFFFF"/>
            </a:solidFill>
            <a:ln w="9525">
              <a:solidFill>
                <a:srgbClr val="59595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35" name="Google Shape;2241;p41" title="close-up-person-standing-using-laptop.jpg"/>
          <p:cNvSpPr/>
          <p:nvPr/>
        </p:nvSpPr>
        <p:spPr>
          <a:xfrm>
            <a:off x="725400" y="1103760"/>
            <a:ext cx="2935440" cy="293544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836" name="PlaceHolder 1"/>
          <p:cNvSpPr>
            <a:spLocks noGrp="1"/>
          </p:cNvSpPr>
          <p:nvPr>
            <p:ph type="title"/>
          </p:nvPr>
        </p:nvSpPr>
        <p:spPr>
          <a:xfrm>
            <a:off x="4172040" y="1371600"/>
            <a:ext cx="3876480" cy="742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0" u="none" strike="noStrike">
                <a:solidFill>
                  <a:schemeClr val="dk1"/>
                </a:solidFill>
                <a:effectLst/>
                <a:uFillTx/>
                <a:latin typeface="Barlow Semi Condensed Medium"/>
                <a:ea typeface="Barlow Semi Condensed Medium"/>
              </a:rPr>
              <a:t>Introduction</a:t>
            </a:r>
            <a:endParaRPr lang="fr-FR" sz="2800" b="0" u="none" strike="noStrike">
              <a:solidFill>
                <a:schemeClr val="dk1"/>
              </a:solidFill>
              <a:effectLst/>
              <a:uFillTx/>
              <a:latin typeface="Arial"/>
            </a:endParaRPr>
          </a:p>
        </p:txBody>
      </p:sp>
      <p:sp>
        <p:nvSpPr>
          <p:cNvPr id="1837" name="PlaceHolder 2"/>
          <p:cNvSpPr>
            <a:spLocks noGrp="1"/>
          </p:cNvSpPr>
          <p:nvPr>
            <p:ph/>
          </p:nvPr>
        </p:nvSpPr>
        <p:spPr>
          <a:xfrm>
            <a:off x="4172040" y="2104920"/>
            <a:ext cx="3876480" cy="16952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2"/>
                </a:solidFill>
                <a:effectLst/>
                <a:uFillTx/>
                <a:latin typeface="Barlow Semi Condensed"/>
                <a:ea typeface="Barlow Semi Condensed"/>
              </a:rPr>
              <a:t>This presentation covers the extraction of structured data from Flipkart’s laptop listings using Python. It focuses on the web scraping process, methodology, and key technical steps to collect and manage relevant product information efficiently and accurately.</a:t>
            </a:r>
            <a:endParaRPr lang="fr-FR" sz="1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8" name="PlaceHolder 1"/>
          <p:cNvSpPr>
            <a:spLocks noGrp="1"/>
          </p:cNvSpPr>
          <p:nvPr>
            <p:ph type="title"/>
          </p:nvPr>
        </p:nvSpPr>
        <p:spPr>
          <a:xfrm>
            <a:off x="2971800" y="2228760"/>
            <a:ext cx="3200040" cy="799920"/>
          </a:xfrm>
          <a:prstGeom prst="rect">
            <a:avLst/>
          </a:prstGeom>
          <a:noFill/>
          <a:ln w="0">
            <a:noFill/>
          </a:ln>
        </p:spPr>
        <p:txBody>
          <a:bodyPr lIns="91440" tIns="91440" rIns="91440" bIns="91440" anchor="ctr">
            <a:normAutofit fontScale="62500" lnSpcReduction="19999"/>
          </a:bodyPr>
          <a:lstStyle/>
          <a:p>
            <a:pPr indent="0" algn="ctr">
              <a:lnSpc>
                <a:spcPct val="100000"/>
              </a:lnSpc>
              <a:buNone/>
              <a:tabLst>
                <a:tab pos="0" algn="l"/>
              </a:tabLst>
            </a:pPr>
            <a:r>
              <a:rPr lang="en-US" sz="4700" b="0" u="none" strike="noStrike">
                <a:solidFill>
                  <a:schemeClr val="dk2"/>
                </a:solidFill>
                <a:effectLst/>
                <a:uFillTx/>
                <a:latin typeface="Fjalla One"/>
                <a:ea typeface="Fjalla One"/>
              </a:rPr>
              <a:t>Web Scraping Process</a:t>
            </a:r>
            <a:endParaRPr lang="fr-FR" sz="4700" b="0" u="none" strike="noStrike">
              <a:solidFill>
                <a:schemeClr val="dk1"/>
              </a:solidFill>
              <a:effectLst/>
              <a:uFillTx/>
              <a:latin typeface="Arial"/>
            </a:endParaRPr>
          </a:p>
        </p:txBody>
      </p:sp>
      <p:sp>
        <p:nvSpPr>
          <p:cNvPr id="1839" name="PlaceHolder 2"/>
          <p:cNvSpPr>
            <a:spLocks noGrp="1"/>
          </p:cNvSpPr>
          <p:nvPr>
            <p:ph type="title"/>
          </p:nvPr>
        </p:nvSpPr>
        <p:spPr>
          <a:xfrm>
            <a:off x="2971800" y="1162080"/>
            <a:ext cx="2971440" cy="1066320"/>
          </a:xfrm>
          <a:prstGeom prst="rect">
            <a:avLst/>
          </a:prstGeom>
          <a:noFill/>
          <a:ln w="0">
            <a:noFill/>
          </a:ln>
        </p:spPr>
        <p:txBody>
          <a:bodyPr lIns="91440" tIns="91440" rIns="91440" bIns="91440" anchor="b">
            <a:normAutofit fontScale="70000" lnSpcReduction="19999"/>
          </a:bodyPr>
          <a:lstStyle/>
          <a:p>
            <a:pPr indent="0" algn="ctr">
              <a:lnSpc>
                <a:spcPct val="100000"/>
              </a:lnSpc>
              <a:buNone/>
              <a:tabLst>
                <a:tab pos="0" algn="l"/>
              </a:tabLst>
            </a:pPr>
            <a:r>
              <a:rPr lang="en-US" sz="9600" b="0" u="none" strike="noStrike">
                <a:solidFill>
                  <a:schemeClr val="dk2"/>
                </a:solidFill>
                <a:effectLst/>
                <a:uFillTx/>
                <a:latin typeface="Calibri"/>
                <a:ea typeface="Fjalla One"/>
              </a:rPr>
              <a:t>01</a:t>
            </a:r>
            <a:endParaRPr lang="fr-FR" sz="96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1" name="Google Shape;2218;p40"/>
          <p:cNvGrpSpPr/>
          <p:nvPr/>
        </p:nvGrpSpPr>
        <p:grpSpPr>
          <a:xfrm>
            <a:off x="3732480" y="527040"/>
            <a:ext cx="1678680" cy="1678680"/>
            <a:chOff x="3732480" y="527040"/>
            <a:chExt cx="1678680" cy="1678680"/>
          </a:xfrm>
        </p:grpSpPr>
        <p:sp>
          <p:nvSpPr>
            <p:cNvPr id="1842"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3"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44" name="Google Shape;2221;p40"/>
          <p:cNvGrpSpPr/>
          <p:nvPr/>
        </p:nvGrpSpPr>
        <p:grpSpPr>
          <a:xfrm>
            <a:off x="4276440" y="1071000"/>
            <a:ext cx="591120" cy="590400"/>
            <a:chOff x="4276440" y="1071000"/>
            <a:chExt cx="591120" cy="590400"/>
          </a:xfrm>
        </p:grpSpPr>
        <p:sp>
          <p:nvSpPr>
            <p:cNvPr id="1845"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6"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7"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8"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49"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0"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1"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2"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3"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54"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55"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lnSpcReduction="9999"/>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Understanding Web Scraping</a:t>
            </a:r>
            <a:endParaRPr lang="fr-FR" sz="2800" b="0" u="none" strike="noStrike">
              <a:solidFill>
                <a:schemeClr val="dk1"/>
              </a:solidFill>
              <a:effectLst/>
              <a:uFillTx/>
              <a:latin typeface="Arial"/>
            </a:endParaRPr>
          </a:p>
        </p:txBody>
      </p:sp>
      <p:sp>
        <p:nvSpPr>
          <p:cNvPr id="1856"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77500" lnSpcReduction="19999"/>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Web scraping is the automated process of retrieving data from websites. It involves sending requests to web pages, parsing the HTML content, and extracting relevant information. This technique helps convert unstructured web data into structured datasets for analysis and decision-making.</a:t>
            </a:r>
            <a:endParaRPr lang="en-US" sz="16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57" name="Google Shape;2218;p40"/>
          <p:cNvGrpSpPr/>
          <p:nvPr/>
        </p:nvGrpSpPr>
        <p:grpSpPr>
          <a:xfrm>
            <a:off x="3732480" y="527040"/>
            <a:ext cx="1678680" cy="1678680"/>
            <a:chOff x="3732480" y="527040"/>
            <a:chExt cx="1678680" cy="1678680"/>
          </a:xfrm>
        </p:grpSpPr>
        <p:sp>
          <p:nvSpPr>
            <p:cNvPr id="1858"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9"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60" name="Google Shape;2221;p40"/>
          <p:cNvGrpSpPr/>
          <p:nvPr/>
        </p:nvGrpSpPr>
        <p:grpSpPr>
          <a:xfrm>
            <a:off x="4276440" y="1071000"/>
            <a:ext cx="591120" cy="590400"/>
            <a:chOff x="4276440" y="1071000"/>
            <a:chExt cx="591120" cy="590400"/>
          </a:xfrm>
        </p:grpSpPr>
        <p:sp>
          <p:nvSpPr>
            <p:cNvPr id="1861"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2"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3"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4"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5"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6"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7"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8"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69"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70"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871"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lnSpcReduction="9999"/>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Workflow and Methodology</a:t>
            </a:r>
            <a:endParaRPr lang="fr-FR" sz="2800" b="0" u="none" strike="noStrike">
              <a:solidFill>
                <a:schemeClr val="dk1"/>
              </a:solidFill>
              <a:effectLst/>
              <a:uFillTx/>
              <a:latin typeface="Arial"/>
            </a:endParaRPr>
          </a:p>
        </p:txBody>
      </p:sp>
      <p:sp>
        <p:nvSpPr>
          <p:cNvPr id="1872"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77500" lnSpcReduction="19999"/>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The workflow includes sending URL requests, parsing the obtained HTML using libraries like BeautifulSoup, extracting specific laptop details, validating the data for consistency, and storing it locally. Pagination is controlled to handle multiple pages with delays to respect server limits and ensure smooth data collection.</a:t>
            </a:r>
            <a:endParaRPr lang="en-US" sz="1600" b="0" u="none" strike="noStrike">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73" name="Google Shape;2238;p41"/>
          <p:cNvGrpSpPr/>
          <p:nvPr/>
        </p:nvGrpSpPr>
        <p:grpSpPr>
          <a:xfrm>
            <a:off x="410760" y="789120"/>
            <a:ext cx="3565080" cy="3565080"/>
            <a:chOff x="410760" y="789120"/>
            <a:chExt cx="3565080" cy="3565080"/>
          </a:xfrm>
        </p:grpSpPr>
        <p:sp>
          <p:nvSpPr>
            <p:cNvPr id="1874" name="Google Shape;2239;p41"/>
            <p:cNvSpPr/>
            <p:nvPr/>
          </p:nvSpPr>
          <p:spPr>
            <a:xfrm>
              <a:off x="410760" y="789120"/>
              <a:ext cx="3565080" cy="35650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5" name="Google Shape;2240;p41"/>
            <p:cNvSpPr/>
            <p:nvPr/>
          </p:nvSpPr>
          <p:spPr>
            <a:xfrm>
              <a:off x="572760" y="951120"/>
              <a:ext cx="3241440" cy="3241440"/>
            </a:xfrm>
            <a:prstGeom prst="ellipse">
              <a:avLst/>
            </a:prstGeom>
            <a:solidFill>
              <a:srgbClr val="FFFFFF"/>
            </a:solidFill>
            <a:ln w="9525">
              <a:solidFill>
                <a:srgbClr val="59595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76" name="Google Shape;2241;p41" title="close-up-person-standing-using-laptop.jpg"/>
          <p:cNvSpPr/>
          <p:nvPr/>
        </p:nvSpPr>
        <p:spPr>
          <a:xfrm>
            <a:off x="725400" y="1103760"/>
            <a:ext cx="2935440" cy="293544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877" name="PlaceHolder 1"/>
          <p:cNvSpPr>
            <a:spLocks noGrp="1"/>
          </p:cNvSpPr>
          <p:nvPr>
            <p:ph type="title"/>
          </p:nvPr>
        </p:nvSpPr>
        <p:spPr>
          <a:xfrm>
            <a:off x="4172040" y="1371600"/>
            <a:ext cx="3876480" cy="742680"/>
          </a:xfrm>
          <a:prstGeom prst="rect">
            <a:avLst/>
          </a:prstGeom>
          <a:noFill/>
          <a:ln w="0">
            <a:noFill/>
          </a:ln>
        </p:spPr>
        <p:txBody>
          <a:bodyPr lIns="91440" tIns="91440" rIns="91440" bIns="91440" anchor="b">
            <a:normAutofit fontScale="92500" lnSpcReduction="9999"/>
          </a:bodyPr>
          <a:lstStyle/>
          <a:p>
            <a:pPr indent="0">
              <a:lnSpc>
                <a:spcPct val="100000"/>
              </a:lnSpc>
              <a:buNone/>
              <a:tabLst>
                <a:tab pos="0" algn="l"/>
              </a:tabLst>
            </a:pPr>
            <a:r>
              <a:rPr lang="en-US" sz="2800" b="0" u="none" strike="noStrike">
                <a:solidFill>
                  <a:schemeClr val="dk1"/>
                </a:solidFill>
                <a:effectLst/>
                <a:uFillTx/>
                <a:latin typeface="Barlow Semi Condensed Medium"/>
                <a:ea typeface="Barlow Semi Condensed Medium"/>
              </a:rPr>
              <a:t>Pagination and Data Handling</a:t>
            </a:r>
            <a:endParaRPr lang="fr-FR" sz="2800" b="0" u="none" strike="noStrike">
              <a:solidFill>
                <a:schemeClr val="dk1"/>
              </a:solidFill>
              <a:effectLst/>
              <a:uFillTx/>
              <a:latin typeface="Arial"/>
            </a:endParaRPr>
          </a:p>
        </p:txBody>
      </p:sp>
      <p:sp>
        <p:nvSpPr>
          <p:cNvPr id="1878" name="PlaceHolder 2"/>
          <p:cNvSpPr>
            <a:spLocks noGrp="1"/>
          </p:cNvSpPr>
          <p:nvPr>
            <p:ph/>
          </p:nvPr>
        </p:nvSpPr>
        <p:spPr>
          <a:xfrm>
            <a:off x="4172040" y="2104920"/>
            <a:ext cx="3876480" cy="1695240"/>
          </a:xfrm>
          <a:prstGeom prst="rect">
            <a:avLst/>
          </a:prstGeom>
          <a:noFill/>
          <a:ln w="0">
            <a:noFill/>
          </a:ln>
        </p:spPr>
        <p:txBody>
          <a:bodyPr lIns="91440" tIns="91440" rIns="91440" bIns="91440" anchor="t">
            <a:normAutofit lnSpcReduction="9999"/>
          </a:bodyPr>
          <a:lstStyle/>
          <a:p>
            <a:pPr indent="0">
              <a:lnSpc>
                <a:spcPct val="150000"/>
              </a:lnSpc>
              <a:buNone/>
              <a:tabLst>
                <a:tab pos="0" algn="l"/>
              </a:tabLst>
            </a:pPr>
            <a:r>
              <a:rPr lang="en-US" sz="1200" b="0" u="none" strike="noStrike">
                <a:solidFill>
                  <a:schemeClr val="dk2"/>
                </a:solidFill>
                <a:effectLst/>
                <a:uFillTx/>
                <a:latin typeface="Barlow Semi Condensed"/>
                <a:ea typeface="Barlow Semi Condensed"/>
              </a:rPr>
              <a:t>To manage multi-page scraping, the process navigates through 10 Flipkart pages with controlled delays between requests to avoid IP blocking. This ensures smooth data retrieval. Data handling involves extracting key laptop attributes consistently and validating entries to maintain </a:t>
            </a:r>
            <a:r>
              <a:rPr lang="en-US" sz="1200" b="1" u="none" strike="noStrike">
                <a:solidFill>
                  <a:schemeClr val="dk2"/>
                </a:solidFill>
                <a:effectLst/>
                <a:uFillTx/>
                <a:latin typeface="Barlow Semi Condensed"/>
                <a:ea typeface="Barlow Semi Condensed"/>
              </a:rPr>
              <a:t>accuracy</a:t>
            </a:r>
            <a:r>
              <a:rPr lang="en-US" sz="1200" b="0" u="none" strike="noStrike">
                <a:solidFill>
                  <a:schemeClr val="dk2"/>
                </a:solidFill>
                <a:effectLst/>
                <a:uFillTx/>
                <a:latin typeface="Barlow Semi Condensed"/>
                <a:ea typeface="Barlow Semi Condensed"/>
              </a:rPr>
              <a:t> and </a:t>
            </a:r>
            <a:r>
              <a:rPr lang="en-US" sz="1200" b="1" u="none" strike="noStrike">
                <a:solidFill>
                  <a:schemeClr val="dk2"/>
                </a:solidFill>
                <a:effectLst/>
                <a:uFillTx/>
                <a:latin typeface="Barlow Semi Condensed"/>
                <a:ea typeface="Barlow Semi Condensed"/>
              </a:rPr>
              <a:t>completeness</a:t>
            </a:r>
            <a:r>
              <a:rPr lang="en-US" sz="1200" b="0" u="none" strike="noStrike">
                <a:solidFill>
                  <a:schemeClr val="dk2"/>
                </a:solidFill>
                <a:effectLst/>
                <a:uFillTx/>
                <a:latin typeface="Barlow Semi Condensed"/>
                <a:ea typeface="Barlow Semi Condensed"/>
              </a:rPr>
              <a:t> despite varying HTML structures across pages.</a:t>
            </a:r>
            <a:endParaRPr lang="fr-FR"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9" name="PlaceHolder 1"/>
          <p:cNvSpPr>
            <a:spLocks noGrp="1"/>
          </p:cNvSpPr>
          <p:nvPr>
            <p:ph type="title"/>
          </p:nvPr>
        </p:nvSpPr>
        <p:spPr>
          <a:xfrm>
            <a:off x="2971800" y="2228760"/>
            <a:ext cx="3200040" cy="799920"/>
          </a:xfrm>
          <a:prstGeom prst="rect">
            <a:avLst/>
          </a:prstGeom>
          <a:noFill/>
          <a:ln w="0">
            <a:noFill/>
          </a:ln>
        </p:spPr>
        <p:txBody>
          <a:bodyPr lIns="91440" tIns="91440" rIns="91440" bIns="91440" anchor="ctr">
            <a:normAutofit fontScale="55000" lnSpcReduction="19999"/>
          </a:bodyPr>
          <a:lstStyle/>
          <a:p>
            <a:pPr indent="0" algn="ctr">
              <a:lnSpc>
                <a:spcPct val="100000"/>
              </a:lnSpc>
              <a:buNone/>
              <a:tabLst>
                <a:tab pos="0" algn="l"/>
              </a:tabLst>
            </a:pPr>
            <a:r>
              <a:rPr lang="en-US" sz="4700" b="0" u="none" strike="noStrike">
                <a:solidFill>
                  <a:schemeClr val="dk2"/>
                </a:solidFill>
                <a:effectLst/>
                <a:uFillTx/>
                <a:latin typeface="Fjalla One"/>
                <a:ea typeface="Fjalla One"/>
              </a:rPr>
              <a:t>Technical Considerations</a:t>
            </a:r>
            <a:endParaRPr lang="fr-FR" sz="4700" b="0" u="none" strike="noStrike">
              <a:solidFill>
                <a:schemeClr val="dk1"/>
              </a:solidFill>
              <a:effectLst/>
              <a:uFillTx/>
              <a:latin typeface="Arial"/>
            </a:endParaRPr>
          </a:p>
        </p:txBody>
      </p:sp>
      <p:sp>
        <p:nvSpPr>
          <p:cNvPr id="1880" name="PlaceHolder 2"/>
          <p:cNvSpPr>
            <a:spLocks noGrp="1"/>
          </p:cNvSpPr>
          <p:nvPr>
            <p:ph type="title"/>
          </p:nvPr>
        </p:nvSpPr>
        <p:spPr>
          <a:xfrm>
            <a:off x="2971800" y="1162080"/>
            <a:ext cx="2971440" cy="1066320"/>
          </a:xfrm>
          <a:prstGeom prst="rect">
            <a:avLst/>
          </a:prstGeom>
          <a:noFill/>
          <a:ln w="0">
            <a:noFill/>
          </a:ln>
        </p:spPr>
        <p:txBody>
          <a:bodyPr lIns="91440" tIns="91440" rIns="91440" bIns="91440" anchor="b">
            <a:normAutofit fontScale="70000" lnSpcReduction="19999"/>
          </a:bodyPr>
          <a:lstStyle/>
          <a:p>
            <a:pPr indent="0" algn="ctr">
              <a:lnSpc>
                <a:spcPct val="100000"/>
              </a:lnSpc>
              <a:buNone/>
              <a:tabLst>
                <a:tab pos="0" algn="l"/>
              </a:tabLst>
            </a:pPr>
            <a:r>
              <a:rPr lang="en-US" sz="9600" b="0" u="none" strike="noStrike">
                <a:solidFill>
                  <a:schemeClr val="dk2"/>
                </a:solidFill>
                <a:effectLst/>
                <a:uFillTx/>
                <a:latin typeface="Calibri"/>
                <a:ea typeface="Fjalla One"/>
              </a:rPr>
              <a:t>02</a:t>
            </a:r>
            <a:endParaRPr lang="fr-FR" sz="96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2" name="Google Shape;2238;p41"/>
          <p:cNvGrpSpPr/>
          <p:nvPr/>
        </p:nvGrpSpPr>
        <p:grpSpPr>
          <a:xfrm>
            <a:off x="410760" y="789120"/>
            <a:ext cx="3565080" cy="3565080"/>
            <a:chOff x="410760" y="789120"/>
            <a:chExt cx="3565080" cy="3565080"/>
          </a:xfrm>
        </p:grpSpPr>
        <p:sp>
          <p:nvSpPr>
            <p:cNvPr id="1883" name="Google Shape;2239;p41"/>
            <p:cNvSpPr/>
            <p:nvPr/>
          </p:nvSpPr>
          <p:spPr>
            <a:xfrm>
              <a:off x="410760" y="789120"/>
              <a:ext cx="3565080" cy="35650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4" name="Google Shape;2240;p41"/>
            <p:cNvSpPr/>
            <p:nvPr/>
          </p:nvSpPr>
          <p:spPr>
            <a:xfrm>
              <a:off x="572760" y="951120"/>
              <a:ext cx="3241440" cy="3241440"/>
            </a:xfrm>
            <a:prstGeom prst="ellipse">
              <a:avLst/>
            </a:prstGeom>
            <a:solidFill>
              <a:srgbClr val="FFFFFF"/>
            </a:solidFill>
            <a:ln w="9525">
              <a:solidFill>
                <a:srgbClr val="59595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885" name="Google Shape;2241;p41" title="close-up-person-standing-using-laptop.jpg"/>
          <p:cNvSpPr/>
          <p:nvPr/>
        </p:nvSpPr>
        <p:spPr>
          <a:xfrm>
            <a:off x="725400" y="1103760"/>
            <a:ext cx="2935440" cy="293544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886" name="PlaceHolder 1"/>
          <p:cNvSpPr>
            <a:spLocks noGrp="1"/>
          </p:cNvSpPr>
          <p:nvPr>
            <p:ph type="title"/>
          </p:nvPr>
        </p:nvSpPr>
        <p:spPr>
          <a:xfrm>
            <a:off x="4172040" y="1371600"/>
            <a:ext cx="3876480" cy="742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0" u="none" strike="noStrike">
                <a:solidFill>
                  <a:schemeClr val="dk1"/>
                </a:solidFill>
                <a:effectLst/>
                <a:uFillTx/>
                <a:latin typeface="Barlow Semi Condensed Medium"/>
                <a:ea typeface="Barlow Semi Condensed Medium"/>
              </a:rPr>
              <a:t>Tools and Technologies Used</a:t>
            </a:r>
            <a:endParaRPr lang="fr-FR" sz="2800" b="0" u="none" strike="noStrike">
              <a:solidFill>
                <a:schemeClr val="dk1"/>
              </a:solidFill>
              <a:effectLst/>
              <a:uFillTx/>
              <a:latin typeface="Arial"/>
            </a:endParaRPr>
          </a:p>
        </p:txBody>
      </p:sp>
      <p:sp>
        <p:nvSpPr>
          <p:cNvPr id="1887" name="PlaceHolder 2"/>
          <p:cNvSpPr>
            <a:spLocks noGrp="1"/>
          </p:cNvSpPr>
          <p:nvPr>
            <p:ph/>
          </p:nvPr>
        </p:nvSpPr>
        <p:spPr>
          <a:xfrm>
            <a:off x="4172040" y="2104920"/>
            <a:ext cx="3876480" cy="16952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2"/>
                </a:solidFill>
                <a:effectLst/>
                <a:uFillTx/>
                <a:latin typeface="Barlow Semi Condensed"/>
                <a:ea typeface="Barlow Semi Condensed"/>
              </a:rPr>
              <a:t>The project uses </a:t>
            </a:r>
            <a:r>
              <a:rPr lang="en-US" sz="1200" b="1" u="none" strike="noStrike">
                <a:solidFill>
                  <a:schemeClr val="dk2"/>
                </a:solidFill>
                <a:effectLst/>
                <a:uFillTx/>
                <a:latin typeface="Barlow Semi Condensed"/>
                <a:ea typeface="Barlow Semi Condensed"/>
              </a:rPr>
              <a:t>Python</a:t>
            </a:r>
            <a:r>
              <a:rPr lang="en-US" sz="1200" b="0" u="none" strike="noStrike">
                <a:solidFill>
                  <a:schemeClr val="dk2"/>
                </a:solidFill>
                <a:effectLst/>
                <a:uFillTx/>
                <a:latin typeface="Barlow Semi Condensed"/>
                <a:ea typeface="Barlow Semi Condensed"/>
              </a:rPr>
              <a:t> for scripting, with </a:t>
            </a:r>
            <a:r>
              <a:rPr lang="en-US" sz="1200" b="1" u="none" strike="noStrike">
                <a:solidFill>
                  <a:schemeClr val="dk2"/>
                </a:solidFill>
                <a:effectLst/>
                <a:uFillTx/>
                <a:latin typeface="Barlow Semi Condensed"/>
                <a:ea typeface="Barlow Semi Condensed"/>
              </a:rPr>
              <a:t>Requests</a:t>
            </a:r>
            <a:r>
              <a:rPr lang="en-US" sz="1200" b="0" u="none" strike="noStrike">
                <a:solidFill>
                  <a:schemeClr val="dk2"/>
                </a:solidFill>
                <a:effectLst/>
                <a:uFillTx/>
                <a:latin typeface="Barlow Semi Condensed"/>
                <a:ea typeface="Barlow Semi Condensed"/>
              </a:rPr>
              <a:t> to send HTTP calls and </a:t>
            </a:r>
            <a:r>
              <a:rPr lang="en-US" sz="1200" b="1" u="none" strike="noStrike">
                <a:solidFill>
                  <a:schemeClr val="dk2"/>
                </a:solidFill>
                <a:effectLst/>
                <a:uFillTx/>
                <a:latin typeface="Barlow Semi Condensed"/>
                <a:ea typeface="Barlow Semi Condensed"/>
              </a:rPr>
              <a:t>BeautifulSoup</a:t>
            </a:r>
            <a:r>
              <a:rPr lang="en-US" sz="1200" b="0" u="none" strike="noStrike">
                <a:solidFill>
                  <a:schemeClr val="dk2"/>
                </a:solidFill>
                <a:effectLst/>
                <a:uFillTx/>
                <a:latin typeface="Barlow Semi Condensed"/>
                <a:ea typeface="Barlow Semi Condensed"/>
              </a:rPr>
              <a:t> for parsing HTML. </a:t>
            </a:r>
            <a:r>
              <a:rPr lang="en-US" sz="1200" b="1" u="none" strike="noStrike">
                <a:solidFill>
                  <a:schemeClr val="dk2"/>
                </a:solidFill>
                <a:effectLst/>
                <a:uFillTx/>
                <a:latin typeface="Barlow Semi Condensed"/>
                <a:ea typeface="Barlow Semi Condensed"/>
              </a:rPr>
              <a:t>Pandas</a:t>
            </a:r>
            <a:r>
              <a:rPr lang="en-US" sz="1200" b="0" u="none" strike="noStrike">
                <a:solidFill>
                  <a:schemeClr val="dk2"/>
                </a:solidFill>
                <a:effectLst/>
                <a:uFillTx/>
                <a:latin typeface="Barlow Semi Condensed"/>
                <a:ea typeface="Barlow Semi Condensed"/>
              </a:rPr>
              <a:t> assists in organizing and storing data in structured formats such as CSV files. These tools combine to provide an efficient and flexible scraping environment.</a:t>
            </a:r>
            <a:endParaRPr lang="fr-FR" sz="12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8" name="Google Shape;2218;p40"/>
          <p:cNvGrpSpPr/>
          <p:nvPr/>
        </p:nvGrpSpPr>
        <p:grpSpPr>
          <a:xfrm>
            <a:off x="3732480" y="527040"/>
            <a:ext cx="1678680" cy="1678680"/>
            <a:chOff x="3732480" y="527040"/>
            <a:chExt cx="1678680" cy="1678680"/>
          </a:xfrm>
        </p:grpSpPr>
        <p:sp>
          <p:nvSpPr>
            <p:cNvPr id="1889"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90"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891" name="Google Shape;2221;p40"/>
          <p:cNvGrpSpPr/>
          <p:nvPr/>
        </p:nvGrpSpPr>
        <p:grpSpPr>
          <a:xfrm>
            <a:off x="4276440" y="1071000"/>
            <a:ext cx="591120" cy="590400"/>
            <a:chOff x="4276440" y="1071000"/>
            <a:chExt cx="591120" cy="590400"/>
          </a:xfrm>
        </p:grpSpPr>
        <p:sp>
          <p:nvSpPr>
            <p:cNvPr id="1892"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3"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4"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5"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6"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7"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8"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899"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0"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1"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02"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lnSpcReduction="9999"/>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Data Quality and Challenges</a:t>
            </a:r>
            <a:endParaRPr lang="fr-FR" sz="2800" b="0" u="none" strike="noStrike">
              <a:solidFill>
                <a:schemeClr val="dk1"/>
              </a:solidFill>
              <a:effectLst/>
              <a:uFillTx/>
              <a:latin typeface="Arial"/>
            </a:endParaRPr>
          </a:p>
        </p:txBody>
      </p:sp>
      <p:sp>
        <p:nvSpPr>
          <p:cNvPr id="1903"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77500" lnSpcReduction="19999"/>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Challenges include handling </a:t>
            </a:r>
            <a:r>
              <a:rPr lang="en-US" sz="1600" b="1" u="none" strike="noStrike">
                <a:solidFill>
                  <a:schemeClr val="dk2"/>
                </a:solidFill>
                <a:effectLst/>
                <a:uFillTx/>
                <a:latin typeface="Barlow Semi Condensed"/>
                <a:ea typeface="Barlow Semi Condensed"/>
              </a:rPr>
              <a:t>inconsistent HTML tags</a:t>
            </a:r>
            <a:r>
              <a:rPr lang="en-US" sz="1600" b="0" u="none" strike="noStrike">
                <a:solidFill>
                  <a:schemeClr val="dk2"/>
                </a:solidFill>
                <a:effectLst/>
                <a:uFillTx/>
                <a:latin typeface="Barlow Semi Condensed"/>
                <a:ea typeface="Barlow Semi Condensed"/>
              </a:rPr>
              <a:t>, missing fields, and dynamic content generation. The website’s structure may change, complicating extraction. Additionally, some data is location-specific, requiring techniques to manage such variability without compromising data integrity.</a:t>
            </a:r>
            <a:endParaRPr lang="en-US" sz="16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04" name="Google Shape;2218;p40"/>
          <p:cNvGrpSpPr/>
          <p:nvPr/>
        </p:nvGrpSpPr>
        <p:grpSpPr>
          <a:xfrm>
            <a:off x="3732480" y="527040"/>
            <a:ext cx="1678680" cy="1678680"/>
            <a:chOff x="3732480" y="527040"/>
            <a:chExt cx="1678680" cy="1678680"/>
          </a:xfrm>
        </p:grpSpPr>
        <p:sp>
          <p:nvSpPr>
            <p:cNvPr id="1905"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06"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907" name="Google Shape;2221;p40"/>
          <p:cNvGrpSpPr/>
          <p:nvPr/>
        </p:nvGrpSpPr>
        <p:grpSpPr>
          <a:xfrm>
            <a:off x="4276440" y="1071000"/>
            <a:ext cx="591120" cy="590400"/>
            <a:chOff x="4276440" y="1071000"/>
            <a:chExt cx="591120" cy="590400"/>
          </a:xfrm>
        </p:grpSpPr>
        <p:sp>
          <p:nvSpPr>
            <p:cNvPr id="1908"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09"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scrgbClr r="0" g="0" b="0"/>
            </a:lnRef>
            <a:fillRef idx="0">
              <a:scrgbClr r="0" g="0" b="0"/>
            </a:fillRef>
            <a:effectRef idx="0">
              <a:scrgbClr r="0" g="0" b="0"/>
            </a:effectRef>
            <a:fontRef idx="minor"/>
          </p:style>
          <p:txBody>
            <a:bodyPr tIns="78480" bIns="784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0"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4760" bIns="1476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1"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2"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9720" bIns="972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3"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040" bIns="3204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4"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4200" bIns="342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5"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19080" bIns="1908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6"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32400" bIns="32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sp>
          <p:nvSpPr>
            <p:cNvPr id="1917"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scrgbClr r="0" g="0" b="0"/>
            </a:lnRef>
            <a:fillRef idx="0">
              <a:scrgbClr r="0" g="0" b="0"/>
            </a:fillRef>
            <a:effectRef idx="0">
              <a:scrgbClr r="0" g="0" b="0"/>
            </a:effectRef>
            <a:fontRef idx="minor"/>
          </p:style>
          <p:txBody>
            <a:bodyPr tIns="41400" bIns="41400" anchor="ctr">
              <a:noAutofit/>
            </a:bodyPr>
            <a:lstStyle/>
            <a:p>
              <a:pPr defTabSz="914400">
                <a:lnSpc>
                  <a:spcPct val="100000"/>
                </a:lnSpc>
                <a:tabLst>
                  <a:tab pos="0" algn="l"/>
                </a:tabLst>
              </a:pPr>
              <a:endParaRPr lang="en-US" sz="1800" b="0" u="none" strike="noStrike">
                <a:solidFill>
                  <a:srgbClr val="FFFFFF"/>
                </a:solidFill>
                <a:effectLst/>
                <a:uFillTx/>
                <a:latin typeface="OpenSymbol"/>
              </a:endParaRPr>
            </a:p>
          </p:txBody>
        </p:sp>
      </p:grpSp>
      <p:sp>
        <p:nvSpPr>
          <p:cNvPr id="1918" name="PlaceHolder 1"/>
          <p:cNvSpPr>
            <a:spLocks noGrp="1"/>
          </p:cNvSpPr>
          <p:nvPr>
            <p:ph type="title"/>
          </p:nvPr>
        </p:nvSpPr>
        <p:spPr>
          <a:xfrm>
            <a:off x="1790640" y="2476440"/>
            <a:ext cx="5552640" cy="571320"/>
          </a:xfrm>
          <a:prstGeom prst="rect">
            <a:avLst/>
          </a:prstGeom>
          <a:noFill/>
          <a:ln w="0">
            <a:noFill/>
          </a:ln>
        </p:spPr>
        <p:txBody>
          <a:bodyPr lIns="91440" tIns="91440" rIns="91440" bIns="91440" anchor="t">
            <a:normAutofit lnSpcReduction="9999"/>
          </a:bodyPr>
          <a:lstStyle/>
          <a:p>
            <a:pPr indent="0" algn="ctr">
              <a:lnSpc>
                <a:spcPct val="100000"/>
              </a:lnSpc>
              <a:buNone/>
              <a:tabLst>
                <a:tab pos="0" algn="l"/>
              </a:tabLst>
            </a:pPr>
            <a:r>
              <a:rPr lang="en-US" sz="2800" b="0" u="none" strike="noStrike">
                <a:solidFill>
                  <a:schemeClr val="dk2"/>
                </a:solidFill>
                <a:effectLst/>
                <a:uFillTx/>
                <a:latin typeface="Fjalla One"/>
                <a:ea typeface="Fjalla One"/>
              </a:rPr>
              <a:t>Output Management and Usage</a:t>
            </a:r>
            <a:endParaRPr lang="fr-FR" sz="2800" b="0" u="none" strike="noStrike">
              <a:solidFill>
                <a:schemeClr val="dk1"/>
              </a:solidFill>
              <a:effectLst/>
              <a:uFillTx/>
              <a:latin typeface="Arial"/>
            </a:endParaRPr>
          </a:p>
        </p:txBody>
      </p:sp>
      <p:sp>
        <p:nvSpPr>
          <p:cNvPr id="1919" name="PlaceHolder 2"/>
          <p:cNvSpPr>
            <a:spLocks noGrp="1"/>
          </p:cNvSpPr>
          <p:nvPr>
            <p:ph type="subTitle"/>
          </p:nvPr>
        </p:nvSpPr>
        <p:spPr>
          <a:xfrm>
            <a:off x="1790640" y="3057480"/>
            <a:ext cx="5552640" cy="1133280"/>
          </a:xfrm>
          <a:prstGeom prst="rect">
            <a:avLst/>
          </a:prstGeom>
          <a:noFill/>
          <a:ln w="0">
            <a:noFill/>
          </a:ln>
        </p:spPr>
        <p:txBody>
          <a:bodyPr lIns="91440" tIns="91440" rIns="91440" bIns="91440" anchor="t">
            <a:normAutofit fontScale="77500" lnSpcReduction="19999"/>
          </a:bodyPr>
          <a:lstStyle/>
          <a:p>
            <a:pPr indent="0" algn="ctr">
              <a:lnSpc>
                <a:spcPct val="150000"/>
              </a:lnSpc>
              <a:buNone/>
              <a:tabLst>
                <a:tab pos="0" algn="l"/>
              </a:tabLst>
            </a:pPr>
            <a:r>
              <a:rPr lang="en-US" sz="1600" b="0" u="none" strike="noStrike">
                <a:solidFill>
                  <a:schemeClr val="dk2"/>
                </a:solidFill>
                <a:effectLst/>
                <a:uFillTx/>
                <a:latin typeface="Barlow Semi Condensed"/>
                <a:ea typeface="Barlow Semi Condensed"/>
              </a:rPr>
              <a:t>Extracted laptop details are saved locally in structured files suitable for further analysis. This output supports market research or pricing insights. Proper file management ensures data is accessible, well-organized, and ready for integration with analytical tools.</a:t>
            </a:r>
            <a:endParaRPr lang="en-US" sz="1600" b="0" u="none" strike="noStrike">
              <a:solidFill>
                <a:srgbClr val="000000"/>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20" name="Google Shape;2238;p41"/>
          <p:cNvGrpSpPr/>
          <p:nvPr/>
        </p:nvGrpSpPr>
        <p:grpSpPr>
          <a:xfrm>
            <a:off x="410760" y="789120"/>
            <a:ext cx="3565080" cy="3565080"/>
            <a:chOff x="410760" y="789120"/>
            <a:chExt cx="3565080" cy="3565080"/>
          </a:xfrm>
        </p:grpSpPr>
        <p:sp>
          <p:nvSpPr>
            <p:cNvPr id="1921" name="Google Shape;2239;p41"/>
            <p:cNvSpPr/>
            <p:nvPr/>
          </p:nvSpPr>
          <p:spPr>
            <a:xfrm>
              <a:off x="410760" y="789120"/>
              <a:ext cx="3565080" cy="3565080"/>
            </a:xfrm>
            <a:prstGeom prst="ellipse">
              <a:avLst/>
            </a:prstGeom>
            <a:solidFill>
              <a:srgbClr val="77C6FC"/>
            </a:solidFill>
            <a:ln w="9525">
              <a:solidFill>
                <a:srgbClr val="49494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22" name="Google Shape;2240;p41"/>
            <p:cNvSpPr/>
            <p:nvPr/>
          </p:nvSpPr>
          <p:spPr>
            <a:xfrm>
              <a:off x="572760" y="951120"/>
              <a:ext cx="3241440" cy="3241440"/>
            </a:xfrm>
            <a:prstGeom prst="ellipse">
              <a:avLst/>
            </a:prstGeom>
            <a:solidFill>
              <a:srgbClr val="FFFFFF"/>
            </a:solidFill>
            <a:ln w="9525">
              <a:solidFill>
                <a:srgbClr val="595959"/>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923" name="Google Shape;2241;p41" title="close-up-person-standing-using-laptop.jpg"/>
          <p:cNvSpPr/>
          <p:nvPr/>
        </p:nvSpPr>
        <p:spPr>
          <a:xfrm>
            <a:off x="725400" y="1103760"/>
            <a:ext cx="2935440" cy="293544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
        <p:nvSpPr>
          <p:cNvPr id="1924" name="PlaceHolder 1"/>
          <p:cNvSpPr>
            <a:spLocks noGrp="1"/>
          </p:cNvSpPr>
          <p:nvPr>
            <p:ph type="title"/>
          </p:nvPr>
        </p:nvSpPr>
        <p:spPr>
          <a:xfrm>
            <a:off x="4172040" y="1371600"/>
            <a:ext cx="3876480" cy="74268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2800" b="0" u="none" strike="noStrike">
                <a:solidFill>
                  <a:schemeClr val="dk1"/>
                </a:solidFill>
                <a:effectLst/>
                <a:uFillTx/>
                <a:latin typeface="Barlow Semi Condensed Medium"/>
                <a:ea typeface="Barlow Semi Condensed Medium"/>
              </a:rPr>
              <a:t>Conclusions</a:t>
            </a:r>
            <a:endParaRPr lang="fr-FR" sz="2800" b="0" u="none" strike="noStrike">
              <a:solidFill>
                <a:schemeClr val="dk1"/>
              </a:solidFill>
              <a:effectLst/>
              <a:uFillTx/>
              <a:latin typeface="Arial"/>
            </a:endParaRPr>
          </a:p>
        </p:txBody>
      </p:sp>
      <p:sp>
        <p:nvSpPr>
          <p:cNvPr id="1925" name="PlaceHolder 2"/>
          <p:cNvSpPr>
            <a:spLocks noGrp="1"/>
          </p:cNvSpPr>
          <p:nvPr>
            <p:ph/>
          </p:nvPr>
        </p:nvSpPr>
        <p:spPr>
          <a:xfrm>
            <a:off x="4172040" y="2104920"/>
            <a:ext cx="3876480" cy="169524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2"/>
                </a:solidFill>
                <a:effectLst/>
                <a:uFillTx/>
                <a:latin typeface="Barlow Semi Condensed"/>
                <a:ea typeface="Barlow Semi Condensed"/>
              </a:rPr>
              <a:t>This project offers practical experience in real-world web scraping, showcasing how to overcome dynamic content challenges and ensure data quality. The methodology and tools demonstrated provide a robust foundation for extracting and managing structured e-commerce data efficiently.</a:t>
            </a:r>
            <a:endParaRPr lang="fr-FR" sz="1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6" name="PlaceHolder 1"/>
          <p:cNvSpPr>
            <a:spLocks noGrp="1"/>
          </p:cNvSpPr>
          <p:nvPr>
            <p:ph type="title"/>
          </p:nvPr>
        </p:nvSpPr>
        <p:spPr>
          <a:xfrm>
            <a:off x="2104920" y="380880"/>
            <a:ext cx="4933440" cy="107640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7200" b="0" u="none" strike="noStrike">
                <a:solidFill>
                  <a:schemeClr val="dk2"/>
                </a:solidFill>
                <a:effectLst/>
                <a:uFillTx/>
                <a:latin typeface="Fjalla One"/>
                <a:ea typeface="Fjalla One"/>
              </a:rPr>
              <a:t>Thanks!</a:t>
            </a:r>
            <a:endParaRPr lang="fr-FR" sz="7200" b="0" u="none" strike="noStrike">
              <a:solidFill>
                <a:schemeClr val="dk1"/>
              </a:solidFill>
              <a:effectLst/>
              <a:uFillTx/>
              <a:latin typeface="Arial"/>
            </a:endParaRPr>
          </a:p>
        </p:txBody>
      </p:sp>
      <p:sp>
        <p:nvSpPr>
          <p:cNvPr id="1927" name="PlaceHolder 2"/>
          <p:cNvSpPr>
            <a:spLocks noGrp="1"/>
          </p:cNvSpPr>
          <p:nvPr>
            <p:ph type="subTitle"/>
          </p:nvPr>
        </p:nvSpPr>
        <p:spPr>
          <a:xfrm>
            <a:off x="3019320" y="1714680"/>
            <a:ext cx="3095280" cy="143856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600" b="0" u="none" strike="noStrike" dirty="0">
                <a:solidFill>
                  <a:srgbClr val="77C6FC"/>
                </a:solidFill>
                <a:effectLst/>
                <a:uFillTx/>
                <a:latin typeface="Barlow Semi Condensed"/>
                <a:ea typeface="Barlow Semi Condensed"/>
              </a:rPr>
              <a:t>Do you have any questions?</a:t>
            </a:r>
            <a:endParaRPr lang="en-US" sz="1600" b="0" u="none" strike="noStrike" dirty="0">
              <a:solidFill>
                <a:srgbClr val="000000"/>
              </a:solidFill>
              <a:effectLst/>
              <a:uFillTx/>
              <a:latin typeface="OpenSymbol"/>
            </a:endParaRPr>
          </a:p>
          <a:p>
            <a:pPr indent="0" algn="ctr">
              <a:lnSpc>
                <a:spcPct val="100000"/>
              </a:lnSpc>
              <a:buNone/>
              <a:tabLst>
                <a:tab pos="0" algn="l"/>
              </a:tabLst>
            </a:pPr>
            <a:endParaRPr lang="en-US" sz="1600" b="0" u="none" strike="noStrike" dirty="0">
              <a:solidFill>
                <a:srgbClr val="000000"/>
              </a:solidFill>
              <a:effectLst/>
              <a:uFillTx/>
              <a:latin typeface="OpenSymbol"/>
            </a:endParaRPr>
          </a:p>
          <a:p>
            <a:pPr indent="0" algn="ctr">
              <a:lnSpc>
                <a:spcPct val="100000"/>
              </a:lnSpc>
              <a:buNone/>
              <a:tabLst>
                <a:tab pos="0" algn="l"/>
              </a:tabLst>
            </a:pPr>
            <a:r>
              <a:rPr lang="en" sz="1600" dirty="0">
                <a:solidFill>
                  <a:schemeClr val="dk2"/>
                </a:solidFill>
                <a:latin typeface="Barlow Semi Condensed"/>
                <a:ea typeface="Barlow Semi Condensed"/>
              </a:rPr>
              <a:t>saisrikarccbp@gmail.com</a:t>
            </a:r>
            <a:r>
              <a:rPr lang="en" sz="1600" b="0" u="none" strike="noStrike" dirty="0">
                <a:solidFill>
                  <a:schemeClr val="dk2"/>
                </a:solidFill>
                <a:effectLst/>
                <a:uFillTx/>
                <a:latin typeface="Barlow Semi Condensed"/>
                <a:ea typeface="Barlow Semi Condensed"/>
              </a:rPr>
              <a:t> </a:t>
            </a:r>
            <a:endParaRPr lang="en-US" sz="1600" b="0" u="none" strike="noStrike" dirty="0">
              <a:solidFill>
                <a:srgbClr val="000000"/>
              </a:solidFill>
              <a:effectLst/>
              <a:uFillTx/>
              <a:latin typeface="OpenSymbol"/>
            </a:endParaRPr>
          </a:p>
          <a:p>
            <a:pPr indent="0" algn="ctr">
              <a:lnSpc>
                <a:spcPct val="100000"/>
              </a:lnSpc>
              <a:buNone/>
              <a:tabLst>
                <a:tab pos="0" algn="l"/>
              </a:tabLst>
            </a:pPr>
            <a:r>
              <a:rPr lang="en" sz="1600" b="0" u="none" strike="noStrike" dirty="0">
                <a:solidFill>
                  <a:schemeClr val="dk2"/>
                </a:solidFill>
                <a:effectLst/>
                <a:uFillTx/>
                <a:latin typeface="Barlow Semi Condensed"/>
                <a:ea typeface="Barlow Semi Condensed"/>
              </a:rPr>
              <a:t>+91  </a:t>
            </a:r>
            <a:r>
              <a:rPr lang="en" sz="1600" dirty="0">
                <a:solidFill>
                  <a:schemeClr val="dk2"/>
                </a:solidFill>
                <a:latin typeface="Barlow Semi Condensed"/>
                <a:ea typeface="Barlow Semi Condensed"/>
              </a:rPr>
              <a:t>9390480266</a:t>
            </a:r>
            <a:endParaRPr lang="en-US" sz="1600" b="0" u="none" strike="noStrike" dirty="0">
              <a:solidFill>
                <a:srgbClr val="000000"/>
              </a:solidFill>
              <a:effectLst/>
              <a:uFillTx/>
              <a:latin typeface="OpenSymbol"/>
            </a:endParaRPr>
          </a:p>
          <a:p>
            <a:pPr indent="0" algn="ctr">
              <a:lnSpc>
                <a:spcPct val="100000"/>
              </a:lnSpc>
              <a:buNone/>
              <a:tabLst>
                <a:tab pos="0" algn="l"/>
              </a:tabLst>
            </a:pPr>
            <a:endParaRPr lang="en-US" sz="1600" b="0" u="none" strike="noStrike" dirty="0">
              <a:solidFill>
                <a:srgbClr val="000000"/>
              </a:solidFill>
              <a:effectLst/>
              <a:uFillTx/>
              <a:latin typeface="OpenSymbol"/>
            </a:endParaRPr>
          </a:p>
        </p:txBody>
      </p:sp>
      <p:sp>
        <p:nvSpPr>
          <p:cNvPr id="1928" name="PlaceHolder 3"/>
          <p:cNvSpPr>
            <a:spLocks noGrp="1"/>
          </p:cNvSpPr>
          <p:nvPr>
            <p:ph type="subTitle"/>
          </p:nvPr>
        </p:nvSpPr>
        <p:spPr>
          <a:xfrm>
            <a:off x="2676600" y="4229280"/>
            <a:ext cx="3790440" cy="426960"/>
          </a:xfrm>
          <a:prstGeom prst="rect">
            <a:avLst/>
          </a:prstGeom>
          <a:noFill/>
          <a:ln w="0">
            <a:noFill/>
          </a:ln>
        </p:spPr>
        <p:txBody>
          <a:bodyPr lIns="91440" tIns="91440" rIns="91440" bIns="91440" anchor="t">
            <a:spAutoFit/>
          </a:bodyPr>
          <a:lstStyle/>
          <a:p>
            <a:pPr indent="0" algn="ctr">
              <a:lnSpc>
                <a:spcPct val="100000"/>
              </a:lnSpc>
              <a:buNone/>
              <a:tabLst>
                <a:tab pos="0" algn="l"/>
              </a:tabLst>
            </a:pPr>
            <a:r>
              <a:rPr lang="en" sz="1100" b="0" u="none" strike="noStrike">
                <a:solidFill>
                  <a:srgbClr val="000000"/>
                </a:solidFill>
                <a:effectLst/>
                <a:uFillTx/>
                <a:latin typeface="Barlow Semi Condensed"/>
                <a:ea typeface="Barlow Semi Condensed"/>
              </a:rPr>
              <a:t>Please keep this slide for attribution</a:t>
            </a:r>
            <a:endParaRPr lang="en-US" sz="1100" b="0" u="none" strike="noStrike">
              <a:solidFill>
                <a:srgbClr val="000000"/>
              </a:solidFill>
              <a:effectLst/>
              <a:uFillTx/>
              <a:latin typeface="OpenSymbol"/>
            </a:endParaRPr>
          </a:p>
        </p:txBody>
      </p:sp>
      <p:sp>
        <p:nvSpPr>
          <p:cNvPr id="2" name="Rectangle 1">
            <a:extLst>
              <a:ext uri="{FF2B5EF4-FFF2-40B4-BE49-F238E27FC236}">
                <a16:creationId xmlns:a16="http://schemas.microsoft.com/office/drawing/2014/main" id="{52084E1C-DF73-7EBD-AB31-A9A4DE3A99FF}"/>
              </a:ext>
            </a:extLst>
          </p:cNvPr>
          <p:cNvSpPr/>
          <p:nvPr/>
        </p:nvSpPr>
        <p:spPr>
          <a:xfrm>
            <a:off x="2371493" y="3679902"/>
            <a:ext cx="4666867" cy="869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TotalTime>
  <Words>419</Words>
  <Application>Microsoft Office PowerPoint</Application>
  <PresentationFormat>On-screen Show (16:9)</PresentationFormat>
  <Paragraphs>29</Paragraphs>
  <Slides>12</Slides>
  <Notes>0</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12</vt:i4>
      </vt:variant>
    </vt:vector>
  </HeadingPairs>
  <TitlesOfParts>
    <vt:vector size="24" baseType="lpstr">
      <vt:lpstr>Arial</vt:lpstr>
      <vt:lpstr>Barlow Semi Condensed</vt:lpstr>
      <vt:lpstr>Barlow Semi Condensed Medium</vt:lpstr>
      <vt:lpstr>Calibri</vt:lpstr>
      <vt:lpstr>Fjalla One</vt:lpstr>
      <vt:lpstr>OpenSymbol</vt:lpstr>
      <vt:lpstr>Symbol</vt:lpstr>
      <vt:lpstr>Wingdings</vt:lpstr>
      <vt:lpstr>Technology Consulting by Slidesgo</vt:lpstr>
      <vt:lpstr>Technology Consulting by Slidesgo</vt:lpstr>
      <vt:lpstr>Technology Consulting by Slidesgo</vt:lpstr>
      <vt:lpstr>Slidesgo Final Pages</vt:lpstr>
      <vt:lpstr>Flipkart Scraping</vt:lpstr>
      <vt:lpstr>Introduction</vt:lpstr>
      <vt:lpstr>Web Scraping Process</vt:lpstr>
      <vt:lpstr>Understanding Web Scraping</vt:lpstr>
      <vt:lpstr>Workflow and Methodology</vt:lpstr>
      <vt:lpstr>Pagination and Data Handling</vt:lpstr>
      <vt:lpstr>Technical Considerations</vt:lpstr>
      <vt:lpstr>Tools and Technologies Used</vt:lpstr>
      <vt:lpstr>Data Quality and Challenges</vt:lpstr>
      <vt:lpstr>Output Management and Usage</vt:lpstr>
      <vt:lpstr>Conclusions</vt:lpstr>
      <vt:lpstr>Thanks!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SAI SRIKAR BOMMISETTY</dc:creator>
  <cp:lastModifiedBy>SAI SRIKAR BOMMISETTY</cp:lastModifiedBy>
  <cp:revision>1</cp:revision>
  <dcterms:modified xsi:type="dcterms:W3CDTF">2026-01-22T15:08:20Z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2026-01-22T15:02:09Z</dcterms:created>
  <dc:creator>Unknown Creator</dc:creator>
  <dc:description/>
  <dc:language>en-US</dc:language>
  <cp:lastModifiedBy>Unknown Creator</cp:lastModifiedBy>
  <dcterms:modified xsi:type="dcterms:W3CDTF">2026-01-22T15:02:09Z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